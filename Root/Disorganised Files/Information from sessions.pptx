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076138600" r:id="rId3"/>
    <p:sldId id="269" r:id="rId4"/>
    <p:sldId id="2076138601" r:id="rId5"/>
    <p:sldId id="2076138603" r:id="rId6"/>
    <p:sldId id="2076138602" r:id="rId7"/>
    <p:sldId id="270" r:id="rId8"/>
    <p:sldId id="265" r:id="rId9"/>
    <p:sldId id="2076138598" r:id="rId10"/>
    <p:sldId id="292" r:id="rId11"/>
    <p:sldId id="2076138599" r:id="rId12"/>
    <p:sldId id="293" r:id="rId13"/>
    <p:sldId id="2076138594" r:id="rId14"/>
    <p:sldId id="2076138597" r:id="rId15"/>
    <p:sldId id="278" r:id="rId16"/>
    <p:sldId id="2076138581" r:id="rId17"/>
    <p:sldId id="2076138593" r:id="rId18"/>
    <p:sldId id="280" r:id="rId19"/>
    <p:sldId id="20761386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1" autoAdjust="0"/>
    <p:restoredTop sz="94660"/>
  </p:normalViewPr>
  <p:slideViewPr>
    <p:cSldViewPr snapToGrid="0">
      <p:cViewPr varScale="1">
        <p:scale>
          <a:sx n="60" d="100"/>
          <a:sy n="60" d="100"/>
        </p:scale>
        <p:origin x="8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Garcia" userId="e580560ae9448f1c" providerId="LiveId" clId="{1385C00D-64CE-4589-8997-84E4B1B89111}"/>
    <pc:docChg chg="custSel modSld">
      <pc:chgData name="Ana Garcia" userId="e580560ae9448f1c" providerId="LiveId" clId="{1385C00D-64CE-4589-8997-84E4B1B89111}" dt="2025-03-03T19:41:58.491" v="3" actId="27636"/>
      <pc:docMkLst>
        <pc:docMk/>
      </pc:docMkLst>
      <pc:sldChg chg="delSp modSp mod modClrScheme chgLayout">
        <pc:chgData name="Ana Garcia" userId="e580560ae9448f1c" providerId="LiveId" clId="{1385C00D-64CE-4589-8997-84E4B1B89111}" dt="2025-03-03T19:41:58.491" v="3" actId="27636"/>
        <pc:sldMkLst>
          <pc:docMk/>
          <pc:sldMk cId="1580910865" sldId="2076138604"/>
        </pc:sldMkLst>
        <pc:spChg chg="mod ord">
          <ac:chgData name="Ana Garcia" userId="e580560ae9448f1c" providerId="LiveId" clId="{1385C00D-64CE-4589-8997-84E4B1B89111}" dt="2025-03-03T19:41:58.474" v="2" actId="700"/>
          <ac:spMkLst>
            <pc:docMk/>
            <pc:sldMk cId="1580910865" sldId="2076138604"/>
            <ac:spMk id="2" creationId="{A8EFE102-0722-F9D6-C187-3F6AF8263C30}"/>
          </ac:spMkLst>
        </pc:spChg>
        <pc:spChg chg="mod ord">
          <ac:chgData name="Ana Garcia" userId="e580560ae9448f1c" providerId="LiveId" clId="{1385C00D-64CE-4589-8997-84E4B1B89111}" dt="2025-03-03T19:41:58.491" v="3" actId="27636"/>
          <ac:spMkLst>
            <pc:docMk/>
            <pc:sldMk cId="1580910865" sldId="2076138604"/>
            <ac:spMk id="3" creationId="{9D36A8CD-F99C-B8C3-C475-A1917499B70A}"/>
          </ac:spMkLst>
        </pc:spChg>
        <pc:spChg chg="del">
          <ac:chgData name="Ana Garcia" userId="e580560ae9448f1c" providerId="LiveId" clId="{1385C00D-64CE-4589-8997-84E4B1B89111}" dt="2025-03-03T19:41:52.879" v="0" actId="700"/>
          <ac:spMkLst>
            <pc:docMk/>
            <pc:sldMk cId="1580910865" sldId="2076138604"/>
            <ac:spMk id="4" creationId="{086B604A-4177-61DD-BED2-FEEF9EF641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2600E-3B1F-35F3-1E96-9D2BDD6F35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2CF30B6-1D0B-7DB2-C8A0-F7B006CD4A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572268F-D61E-3FDE-F109-6CB07DF043DD}"/>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ED6564A7-8819-EB35-B117-6EC6A04821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10430DC-FB42-629B-4170-BB46D2B1E6BE}"/>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851203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4318C-83E3-EE20-5766-51A0D42F78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1C9910-5E84-0B41-0F76-4FC738A8DE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862C6F-26CD-DD7A-D24B-70BE866AC1C7}"/>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A744C570-2077-B1CE-F2EC-84721AD636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54B360-664C-5CBD-C079-3481417F3D7E}"/>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081341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DACFE-92F3-FA0B-C644-1AF975D249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52300DD-90D0-4F1D-82F1-D9296E92E6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C59128-C737-B693-AF0E-307586F9D0B9}"/>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6FC56C0B-2CB1-8BCB-297F-82D8785202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D99C04-6126-54F2-3A1D-238284AAFF51}"/>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42185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2000-0CAD-462C-14A4-94E2544B44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2CCDC97-C622-7BAA-2635-EF9A43511C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A68C7BC-AAFC-F1EA-36F0-EC7D985B01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91950BA-C8B1-1344-D474-A2DB0B7662AB}"/>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6" name="Footer Placeholder 5">
            <a:extLst>
              <a:ext uri="{FF2B5EF4-FFF2-40B4-BE49-F238E27FC236}">
                <a16:creationId xmlns:a16="http://schemas.microsoft.com/office/drawing/2014/main" id="{4085B9BA-919D-5049-AB49-D63B2BB9D81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AE6DFD0-43F7-3883-0EE1-1263A8313CCA}"/>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3684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6782-BFBC-AEB6-0FEC-75BC8F8C167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1C07E0-88C8-D705-FC49-C4BECE32F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66014D-2CC3-50DA-50B3-5243456C20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92F1272-8A73-C1B6-9142-28359DD9F6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7F871-A14F-E83D-054F-8674E4010D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FA168A6-C0E2-7553-D590-5F237519C220}"/>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8" name="Footer Placeholder 7">
            <a:extLst>
              <a:ext uri="{FF2B5EF4-FFF2-40B4-BE49-F238E27FC236}">
                <a16:creationId xmlns:a16="http://schemas.microsoft.com/office/drawing/2014/main" id="{43041C84-8F2D-DAD9-F09A-38D56C4F9D5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80CBA84-9302-6F08-1EDD-9B68F932847F}"/>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314045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D828D-A0BC-8BC7-F2DD-42BE03B86CD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1156710-5F84-B7B5-834E-E0C56CC9A0E6}"/>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4" name="Footer Placeholder 3">
            <a:extLst>
              <a:ext uri="{FF2B5EF4-FFF2-40B4-BE49-F238E27FC236}">
                <a16:creationId xmlns:a16="http://schemas.microsoft.com/office/drawing/2014/main" id="{07691B80-1D2A-7E36-F83B-E041CB57446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B855A63-4A2A-A037-2E77-06CAA9D0DD23}"/>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2465135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63936-5A1A-A660-FF3B-DE82EE3983CA}"/>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3" name="Footer Placeholder 2">
            <a:extLst>
              <a:ext uri="{FF2B5EF4-FFF2-40B4-BE49-F238E27FC236}">
                <a16:creationId xmlns:a16="http://schemas.microsoft.com/office/drawing/2014/main" id="{A25DB759-6123-6C9E-B4E7-6450C91235A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2BA1301-2DA9-A9BB-F4A3-02B59ED219B2}"/>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340255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D052A-F91D-58DB-612B-0B177A025E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1411D44-4963-0FE3-2972-E41DA5A88B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46829DF-9BF0-2076-E948-DAD4216BEF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67E18D-F6E9-154D-16D4-1F08B81A2873}"/>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6" name="Footer Placeholder 5">
            <a:extLst>
              <a:ext uri="{FF2B5EF4-FFF2-40B4-BE49-F238E27FC236}">
                <a16:creationId xmlns:a16="http://schemas.microsoft.com/office/drawing/2014/main" id="{DC123FFD-0C5D-FC87-00DA-1382B982E88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9D95F8-6D16-0B6C-1DCC-C697B1D5E98A}"/>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916702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798B9-4F47-491C-A7BA-6A79A081F8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BBB9BD9-40B1-903E-2210-9E229C017A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31C222-8D82-BDF3-29B2-3F26CAD1BC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50B8C-3096-20A8-16FE-1BFC3F2B96DC}"/>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6" name="Footer Placeholder 5">
            <a:extLst>
              <a:ext uri="{FF2B5EF4-FFF2-40B4-BE49-F238E27FC236}">
                <a16:creationId xmlns:a16="http://schemas.microsoft.com/office/drawing/2014/main" id="{425FF11D-CE34-80AC-9E81-E55B2EDBC4B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0F4620-3B13-5119-BBA5-853BD59E1121}"/>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31966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0C88-E4CA-1CF5-055F-ACDCD93D757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9D260D8-88A6-3D76-480A-88A5D997CF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9327199-0231-E190-15C1-020A539E085E}"/>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9D6646D0-D10A-91DE-3D72-955A1F3CA4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D18281-3562-CC11-DB5E-15AC16C83CC2}"/>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1079834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9D0ADB-9399-4AF2-4C58-1A007CA269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E78B545-525F-6214-509D-2229AD9FC2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8436FC-E076-9114-2905-709233E4BBB9}"/>
              </a:ext>
            </a:extLst>
          </p:cNvPr>
          <p:cNvSpPr>
            <a:spLocks noGrp="1"/>
          </p:cNvSpPr>
          <p:nvPr>
            <p:ph type="dt" sz="half" idx="10"/>
          </p:nvPr>
        </p:nvSpPr>
        <p:spPr/>
        <p:txBody>
          <a:body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2A0F2101-E15E-C010-A770-5A3047CEDD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C17BB6-B94F-168E-06A3-CD912FF86BED}"/>
              </a:ext>
            </a:extLst>
          </p:cNvPr>
          <p:cNvSpPr>
            <a:spLocks noGrp="1"/>
          </p:cNvSpPr>
          <p:nvPr>
            <p:ph type="sldNum" sz="quarter" idx="12"/>
          </p:nvPr>
        </p:nvSpPr>
        <p:spPr/>
        <p:txBody>
          <a:bodyPr/>
          <a:lstStyle/>
          <a:p>
            <a:fld id="{8B42B080-FABB-40B5-86F8-C149A9DE78AF}" type="slidenum">
              <a:rPr lang="en-GB" smtClean="0"/>
              <a:t>‹#›</a:t>
            </a:fld>
            <a:endParaRPr lang="en-GB"/>
          </a:p>
        </p:txBody>
      </p:sp>
    </p:spTree>
    <p:extLst>
      <p:ext uri="{BB962C8B-B14F-4D97-AF65-F5344CB8AC3E}">
        <p14:creationId xmlns:p14="http://schemas.microsoft.com/office/powerpoint/2010/main" val="743365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21DED7-D7DF-23E3-F74E-4B540D3982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7CD712-CA68-431A-8C00-A3D92EF5F9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1A3EC13-956B-D10E-6439-01C498958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9D6719-7358-4C4E-9CB4-0FF839EBCB8E}" type="datetimeFigureOut">
              <a:rPr lang="en-GB" smtClean="0"/>
              <a:t>03/03/2025</a:t>
            </a:fld>
            <a:endParaRPr lang="en-GB"/>
          </a:p>
        </p:txBody>
      </p:sp>
      <p:sp>
        <p:nvSpPr>
          <p:cNvPr id="5" name="Footer Placeholder 4">
            <a:extLst>
              <a:ext uri="{FF2B5EF4-FFF2-40B4-BE49-F238E27FC236}">
                <a16:creationId xmlns:a16="http://schemas.microsoft.com/office/drawing/2014/main" id="{6778D967-D21B-5479-A2FE-3AC91F4C1E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1C4ED84-F4A3-03AD-1E26-1114974938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42B080-FABB-40B5-86F8-C149A9DE78AF}" type="slidenum">
              <a:rPr lang="en-GB" smtClean="0"/>
              <a:t>‹#›</a:t>
            </a:fld>
            <a:endParaRPr lang="en-GB"/>
          </a:p>
        </p:txBody>
      </p:sp>
    </p:spTree>
    <p:extLst>
      <p:ext uri="{BB962C8B-B14F-4D97-AF65-F5344CB8AC3E}">
        <p14:creationId xmlns:p14="http://schemas.microsoft.com/office/powerpoint/2010/main" val="4221425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Z29ptSuoWRc" TargetMode="External"/><Relationship Id="rId2" Type="http://schemas.openxmlformats.org/officeDocument/2006/relationships/hyperlink" Target="about:blank"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E98B-E6C4-2A1D-1DCA-65164B4EBFF6}"/>
              </a:ext>
            </a:extLst>
          </p:cNvPr>
          <p:cNvSpPr>
            <a:spLocks noGrp="1"/>
          </p:cNvSpPr>
          <p:nvPr>
            <p:ph type="ctrTitle"/>
          </p:nvPr>
        </p:nvSpPr>
        <p:spPr/>
        <p:txBody>
          <a:bodyPr/>
          <a:lstStyle/>
          <a:p>
            <a:r>
              <a:rPr lang="en-US" dirty="0"/>
              <a:t>Information from sessions</a:t>
            </a:r>
            <a:endParaRPr lang="en-GB" dirty="0"/>
          </a:p>
        </p:txBody>
      </p:sp>
      <p:sp>
        <p:nvSpPr>
          <p:cNvPr id="3" name="Subtitle 2">
            <a:extLst>
              <a:ext uri="{FF2B5EF4-FFF2-40B4-BE49-F238E27FC236}">
                <a16:creationId xmlns:a16="http://schemas.microsoft.com/office/drawing/2014/main" id="{EEFB839B-EE6E-CD94-C8E0-A6D0E28E299D}"/>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172381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03565FCF-2D55-7507-36D2-E19FD86B9352}"/>
              </a:ext>
            </a:extLst>
          </p:cNvPr>
          <p:cNvSpPr>
            <a:spLocks noMove="1" noResize="1"/>
          </p:cNvSpPr>
          <p:nvPr/>
        </p:nvSpPr>
        <p:spPr>
          <a:xfrm>
            <a:off x="0"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Rectangle 9">
            <a:extLst>
              <a:ext uri="{FF2B5EF4-FFF2-40B4-BE49-F238E27FC236}">
                <a16:creationId xmlns:a16="http://schemas.microsoft.com/office/drawing/2014/main" id="{5753D6BF-227A-E032-371E-07655AC1A474}"/>
              </a:ext>
            </a:extLst>
          </p:cNvPr>
          <p:cNvSpPr>
            <a:spLocks noMove="1" noResize="1"/>
          </p:cNvSpPr>
          <p:nvPr/>
        </p:nvSpPr>
        <p:spPr>
          <a:xfrm>
            <a:off x="301"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4" name="Title 1">
            <a:extLst>
              <a:ext uri="{FF2B5EF4-FFF2-40B4-BE49-F238E27FC236}">
                <a16:creationId xmlns:a16="http://schemas.microsoft.com/office/drawing/2014/main" id="{1D6BBC14-FAF3-A9E2-A866-574D801F7042}"/>
              </a:ext>
            </a:extLst>
          </p:cNvPr>
          <p:cNvSpPr txBox="1">
            <a:spLocks noGrp="1"/>
          </p:cNvSpPr>
          <p:nvPr>
            <p:ph type="ctrTitle"/>
          </p:nvPr>
        </p:nvSpPr>
        <p:spPr>
          <a:xfrm>
            <a:off x="615702" y="-76654"/>
            <a:ext cx="10021449" cy="2944459"/>
          </a:xfrm>
        </p:spPr>
        <p:txBody>
          <a:bodyPr>
            <a:normAutofit fontScale="90000"/>
          </a:bodyPr>
          <a:lstStyle/>
          <a:p>
            <a:pPr lvl="0"/>
            <a:r>
              <a:rPr lang="en-GB" sz="5200">
                <a:solidFill>
                  <a:srgbClr val="44546A"/>
                </a:solidFill>
              </a:rPr>
              <a:t>Your hot cross bun</a:t>
            </a:r>
            <a:br>
              <a:rPr lang="en-GB" sz="5200">
                <a:solidFill>
                  <a:srgbClr val="44546A"/>
                </a:solidFill>
              </a:rPr>
            </a:br>
            <a:br>
              <a:rPr lang="en-GB" sz="5200">
                <a:solidFill>
                  <a:srgbClr val="44546A"/>
                </a:solidFill>
              </a:rPr>
            </a:br>
            <a:br>
              <a:rPr lang="en-GB" sz="5200">
                <a:solidFill>
                  <a:srgbClr val="44546A"/>
                </a:solidFill>
              </a:rPr>
            </a:br>
            <a:endParaRPr lang="en-GB" sz="5200">
              <a:solidFill>
                <a:srgbClr val="44546A"/>
              </a:solidFill>
            </a:endParaRPr>
          </a:p>
        </p:txBody>
      </p:sp>
      <p:grpSp>
        <p:nvGrpSpPr>
          <p:cNvPr id="5" name="Group 11">
            <a:extLst>
              <a:ext uri="{FF2B5EF4-FFF2-40B4-BE49-F238E27FC236}">
                <a16:creationId xmlns:a16="http://schemas.microsoft.com/office/drawing/2014/main" id="{C41B21EA-532F-C8D7-A61B-7774E3CA2B5C}"/>
              </a:ext>
            </a:extLst>
          </p:cNvPr>
          <p:cNvGrpSpPr/>
          <p:nvPr/>
        </p:nvGrpSpPr>
        <p:grpSpPr>
          <a:xfrm>
            <a:off x="-301" y="-1298"/>
            <a:ext cx="2514947" cy="2174332"/>
            <a:chOff x="-301" y="-1298"/>
            <a:chExt cx="2514947" cy="2174332"/>
          </a:xfrm>
        </p:grpSpPr>
        <p:sp>
          <p:nvSpPr>
            <p:cNvPr id="6" name="Freeform: Shape 12">
              <a:extLst>
                <a:ext uri="{FF2B5EF4-FFF2-40B4-BE49-F238E27FC236}">
                  <a16:creationId xmlns:a16="http://schemas.microsoft.com/office/drawing/2014/main" id="{F8520FCC-4346-5EE0-904A-35987A64772A}"/>
                </a:ext>
              </a:extLst>
            </p:cNvPr>
            <p:cNvSpPr/>
            <p:nvPr/>
          </p:nvSpPr>
          <p:spPr>
            <a:xfrm>
              <a:off x="-301" y="2852"/>
              <a:ext cx="2514947" cy="2170182"/>
            </a:xfrm>
            <a:custGeom>
              <a:avLst/>
              <a:gdLst>
                <a:gd name="f0" fmla="val 10800000"/>
                <a:gd name="f1" fmla="val 5400000"/>
                <a:gd name="f2" fmla="val 180"/>
                <a:gd name="f3" fmla="val w"/>
                <a:gd name="f4" fmla="val h"/>
                <a:gd name="f5" fmla="val 0"/>
                <a:gd name="f6" fmla="val 2514948"/>
                <a:gd name="f7" fmla="val 2170178"/>
                <a:gd name="f8" fmla="val 2466091"/>
                <a:gd name="f9" fmla="val 2512286"/>
                <a:gd name="f10" fmla="val 12375"/>
                <a:gd name="f11" fmla="val 2481760"/>
                <a:gd name="f12" fmla="val 133161"/>
                <a:gd name="f13" fmla="val 2442526"/>
                <a:gd name="f14" fmla="val 252239"/>
                <a:gd name="f15" fmla="val 2394961"/>
                <a:gd name="f16" fmla="val 368660"/>
                <a:gd name="f17" fmla="val 2363109"/>
                <a:gd name="f18" fmla="val 446208"/>
                <a:gd name="f19" fmla="val 2328603"/>
                <a:gd name="f20" fmla="val 523039"/>
                <a:gd name="f21" fmla="val 2289734"/>
                <a:gd name="f22" fmla="val 598078"/>
                <a:gd name="f23" fmla="val 2251436"/>
                <a:gd name="f24" fmla="val 673387"/>
                <a:gd name="f25" fmla="val 2209251"/>
                <a:gd name="f26" fmla="val 747083"/>
                <a:gd name="f27" fmla="val 2163747"/>
                <a:gd name="f28" fmla="val 819078"/>
                <a:gd name="f29" fmla="val 2072646"/>
                <a:gd name="f30" fmla="val 962979"/>
                <a:gd name="f31" fmla="val 1968652"/>
                <a:gd name="f32" fmla="val 1100611"/>
                <a:gd name="f33" fmla="val 1852241"/>
                <a:gd name="f34" fmla="val 1228932"/>
                <a:gd name="f35" fmla="val 1793748"/>
                <a:gd name="f36" fmla="val 1292868"/>
                <a:gd name="f37" fmla="val 1732698"/>
                <a:gd name="f38" fmla="val 1354923"/>
                <a:gd name="f39" fmla="val 1668235"/>
                <a:gd name="f40" fmla="val 1413844"/>
                <a:gd name="f41" fmla="val 1652214"/>
                <a:gd name="f42" fmla="val 1428709"/>
                <a:gd name="f43" fmla="val 1636100"/>
                <a:gd name="f44" fmla="val 1443395"/>
                <a:gd name="f45" fmla="val 1619510"/>
                <a:gd name="f46" fmla="val 1457722"/>
                <a:gd name="f47" fmla="val 1603015"/>
                <a:gd name="f48" fmla="val 1472140"/>
                <a:gd name="f49" fmla="val 1586805"/>
                <a:gd name="f50" fmla="val 1486825"/>
                <a:gd name="f51" fmla="val 1569835"/>
                <a:gd name="f52" fmla="val 1500704"/>
                <a:gd name="f53" fmla="val 1536276"/>
                <a:gd name="f54" fmla="val 1528911"/>
                <a:gd name="f55" fmla="val 1501865"/>
                <a:gd name="f56" fmla="val 1556223"/>
                <a:gd name="f57" fmla="val 1467169"/>
                <a:gd name="f58" fmla="val 1583266"/>
                <a:gd name="f59" fmla="val 1327719"/>
                <a:gd name="f60" fmla="val 1690722"/>
                <a:gd name="f61" fmla="val 1177085"/>
                <a:gd name="f62" fmla="val 1785910"/>
                <a:gd name="f63" fmla="val 1018393"/>
                <a:gd name="f64" fmla="val 1867576"/>
                <a:gd name="f65" fmla="val 780425"/>
                <a:gd name="f66" fmla="val 1990142"/>
                <a:gd name="f67" fmla="val 522567"/>
                <a:gd name="f68" fmla="val 2080875"/>
                <a:gd name="f69" fmla="val 255857"/>
                <a:gd name="f70" fmla="val 2133049"/>
                <a:gd name="f71" fmla="val 1940056"/>
                <a:gd name="f72" fmla="val 201609"/>
                <a:gd name="f73" fmla="val 1902856"/>
                <a:gd name="f74" fmla="val 282186"/>
                <a:gd name="f75" fmla="val 1884231"/>
                <a:gd name="f76" fmla="val 362102"/>
                <a:gd name="f77" fmla="val 1863008"/>
                <a:gd name="f78" fmla="val 440974"/>
                <a:gd name="f79" fmla="val 1838472"/>
                <a:gd name="f80" fmla="val 519848"/>
                <a:gd name="f81" fmla="val 1814027"/>
                <a:gd name="f82" fmla="val 597771"/>
                <a:gd name="f83" fmla="val 1786627"/>
                <a:gd name="f84" fmla="val 674558"/>
                <a:gd name="f85" fmla="val 1756359"/>
                <a:gd name="f86" fmla="val 751250"/>
                <a:gd name="f87" fmla="val 1726003"/>
                <a:gd name="f88" fmla="val 826900"/>
                <a:gd name="f89" fmla="val 1692870"/>
                <a:gd name="f90" fmla="val 901222"/>
                <a:gd name="f91" fmla="val 1657142"/>
                <a:gd name="f92" fmla="val 1049865"/>
                <a:gd name="f93" fmla="val 1585774"/>
                <a:gd name="f94" fmla="val 1193581"/>
                <a:gd name="f95" fmla="val 1504376"/>
                <a:gd name="f96" fmla="val 1330943"/>
                <a:gd name="f97" fmla="val 1413396"/>
                <a:gd name="f98" fmla="val 1365165"/>
                <a:gd name="f99" fmla="val 1390563"/>
                <a:gd name="f100" fmla="val 1399293"/>
                <a:gd name="f101" fmla="val 1367370"/>
                <a:gd name="f102" fmla="val 1432566"/>
                <a:gd name="f103" fmla="val 1343193"/>
                <a:gd name="f104" fmla="val 1449441"/>
                <a:gd name="f105" fmla="val 1331373"/>
                <a:gd name="f106" fmla="val 1465936"/>
                <a:gd name="f107" fmla="val 1319104"/>
                <a:gd name="f108" fmla="val 1482527"/>
                <a:gd name="f109" fmla="val 1306926"/>
                <a:gd name="f110" fmla="val 1499210"/>
                <a:gd name="f111" fmla="val 1294837"/>
                <a:gd name="f112" fmla="val 1515611"/>
                <a:gd name="f113" fmla="val 1282391"/>
                <a:gd name="f114" fmla="val 1531821"/>
                <a:gd name="f115" fmla="val 1269765"/>
                <a:gd name="f116" fmla="val 1596947"/>
                <a:gd name="f117" fmla="val 1219350"/>
                <a:gd name="f118" fmla="val 1660652"/>
                <a:gd name="f119" fmla="val 1167055"/>
                <a:gd name="f120" fmla="val 1721986"/>
                <a:gd name="f121" fmla="val 1112073"/>
                <a:gd name="f122" fmla="val 1844940"/>
                <a:gd name="f123" fmla="val 1002469"/>
                <a:gd name="f124" fmla="val 1958983"/>
                <a:gd name="f125" fmla="val 882926"/>
                <a:gd name="f126" fmla="val 2061460"/>
                <a:gd name="f127" fmla="val 754336"/>
                <a:gd name="f128" fmla="val 2112652"/>
                <a:gd name="f129" fmla="val 690042"/>
                <a:gd name="f130" fmla="val 2161094"/>
                <a:gd name="f131" fmla="val 623510"/>
                <a:gd name="f132" fmla="val 2206218"/>
                <a:gd name="f133" fmla="val 554827"/>
                <a:gd name="f134" fmla="val 2250583"/>
                <a:gd name="f135" fmla="val 485787"/>
                <a:gd name="f136" fmla="val 2292484"/>
                <a:gd name="f137" fmla="val 415046"/>
                <a:gd name="f138" fmla="val 2329455"/>
                <a:gd name="f139" fmla="val 341886"/>
                <a:gd name="f140" fmla="val 2339030"/>
                <a:gd name="f141" fmla="val 323709"/>
                <a:gd name="f142" fmla="val 2347941"/>
                <a:gd name="f143" fmla="val 305261"/>
                <a:gd name="f144" fmla="val 2356757"/>
                <a:gd name="f145" fmla="val 286815"/>
                <a:gd name="f146" fmla="val 2370030"/>
                <a:gd name="f147" fmla="val 259056"/>
                <a:gd name="f148" fmla="val 2382637"/>
                <a:gd name="f149" fmla="val 231028"/>
                <a:gd name="f150" fmla="val 2390885"/>
                <a:gd name="f151" fmla="val 212312"/>
                <a:gd name="f152" fmla="val 2399227"/>
                <a:gd name="f153" fmla="val 193598"/>
                <a:gd name="f154" fmla="val 2406716"/>
                <a:gd name="f155" fmla="val 174525"/>
                <a:gd name="f156" fmla="val 2414206"/>
                <a:gd name="f157" fmla="val 155452"/>
                <a:gd name="f158" fmla="val 2422453"/>
                <a:gd name="f159" fmla="val 136646"/>
                <a:gd name="f160" fmla="val 2429278"/>
                <a:gd name="f161" fmla="val 117393"/>
                <a:gd name="f162" fmla="+- 0 0 -90"/>
                <a:gd name="f163" fmla="*/ f3 1 2514948"/>
                <a:gd name="f164" fmla="*/ f4 1 2170178"/>
                <a:gd name="f165" fmla="+- f7 0 f5"/>
                <a:gd name="f166" fmla="+- f6 0 f5"/>
                <a:gd name="f167" fmla="*/ f162 f0 1"/>
                <a:gd name="f168" fmla="*/ f166 1 2514948"/>
                <a:gd name="f169" fmla="*/ f165 1 2170178"/>
                <a:gd name="f170" fmla="*/ 2466091 f166 1"/>
                <a:gd name="f171" fmla="*/ 0 f165 1"/>
                <a:gd name="f172" fmla="*/ 2514948 f166 1"/>
                <a:gd name="f173" fmla="*/ 2512286 f166 1"/>
                <a:gd name="f174" fmla="*/ 12375 f165 1"/>
                <a:gd name="f175" fmla="*/ 2394961 f166 1"/>
                <a:gd name="f176" fmla="*/ 368660 f165 1"/>
                <a:gd name="f177" fmla="*/ 2289734 f166 1"/>
                <a:gd name="f178" fmla="*/ 598078 f165 1"/>
                <a:gd name="f179" fmla="*/ 2163747 f166 1"/>
                <a:gd name="f180" fmla="*/ 819078 f165 1"/>
                <a:gd name="f181" fmla="*/ 1852241 f166 1"/>
                <a:gd name="f182" fmla="*/ 1228932 f165 1"/>
                <a:gd name="f183" fmla="*/ 1668235 f166 1"/>
                <a:gd name="f184" fmla="*/ 1413844 f165 1"/>
                <a:gd name="f185" fmla="*/ 1619510 f166 1"/>
                <a:gd name="f186" fmla="*/ 1457722 f165 1"/>
                <a:gd name="f187" fmla="*/ 1569835 f166 1"/>
                <a:gd name="f188" fmla="*/ 1500704 f165 1"/>
                <a:gd name="f189" fmla="*/ 1467169 f166 1"/>
                <a:gd name="f190" fmla="*/ 1583266 f165 1"/>
                <a:gd name="f191" fmla="*/ 1018393 f166 1"/>
                <a:gd name="f192" fmla="*/ 1867576 f165 1"/>
                <a:gd name="f193" fmla="*/ 255857 f166 1"/>
                <a:gd name="f194" fmla="*/ 2133049 f165 1"/>
                <a:gd name="f195" fmla="*/ 0 f166 1"/>
                <a:gd name="f196" fmla="*/ 2170178 f165 1"/>
                <a:gd name="f197" fmla="*/ 1940056 f165 1"/>
                <a:gd name="f198" fmla="*/ 201609 f166 1"/>
                <a:gd name="f199" fmla="*/ 1902856 f165 1"/>
                <a:gd name="f200" fmla="*/ 440974 f166 1"/>
                <a:gd name="f201" fmla="*/ 1838472 f165 1"/>
                <a:gd name="f202" fmla="*/ 674558 f166 1"/>
                <a:gd name="f203" fmla="*/ 1756359 f165 1"/>
                <a:gd name="f204" fmla="*/ 901222 f166 1"/>
                <a:gd name="f205" fmla="*/ 1657142 f165 1"/>
                <a:gd name="f206" fmla="*/ 1330943 f166 1"/>
                <a:gd name="f207" fmla="*/ 1413396 f165 1"/>
                <a:gd name="f208" fmla="*/ 1432566 f166 1"/>
                <a:gd name="f209" fmla="*/ 1343193 f165 1"/>
                <a:gd name="f210" fmla="*/ 1482527 f166 1"/>
                <a:gd name="f211" fmla="*/ 1306926 f165 1"/>
                <a:gd name="f212" fmla="*/ 1531821 f166 1"/>
                <a:gd name="f213" fmla="*/ 1269765 f165 1"/>
                <a:gd name="f214" fmla="*/ 1721986 f166 1"/>
                <a:gd name="f215" fmla="*/ 1112073 f165 1"/>
                <a:gd name="f216" fmla="*/ 2061460 f166 1"/>
                <a:gd name="f217" fmla="*/ 754336 f165 1"/>
                <a:gd name="f218" fmla="*/ 2206218 f166 1"/>
                <a:gd name="f219" fmla="*/ 554827 f165 1"/>
                <a:gd name="f220" fmla="*/ 2329455 f166 1"/>
                <a:gd name="f221" fmla="*/ 341886 f165 1"/>
                <a:gd name="f222" fmla="*/ 2356757 f166 1"/>
                <a:gd name="f223" fmla="*/ 286815 f165 1"/>
                <a:gd name="f224" fmla="*/ 2370030 f166 1"/>
                <a:gd name="f225" fmla="*/ 259056 f165 1"/>
                <a:gd name="f226" fmla="*/ 2382637 f166 1"/>
                <a:gd name="f227" fmla="*/ 231028 f165 1"/>
                <a:gd name="f228" fmla="*/ 2406716 f166 1"/>
                <a:gd name="f229" fmla="*/ 174525 f165 1"/>
                <a:gd name="f230" fmla="*/ 2429278 f166 1"/>
                <a:gd name="f231" fmla="*/ 117393 f165 1"/>
                <a:gd name="f232" fmla="*/ f167 1 f2"/>
                <a:gd name="f233" fmla="*/ f170 1 2514948"/>
                <a:gd name="f234" fmla="*/ f171 1 2170178"/>
                <a:gd name="f235" fmla="*/ f172 1 2514948"/>
                <a:gd name="f236" fmla="*/ f173 1 2514948"/>
                <a:gd name="f237" fmla="*/ f174 1 2170178"/>
                <a:gd name="f238" fmla="*/ f175 1 2514948"/>
                <a:gd name="f239" fmla="*/ f176 1 2170178"/>
                <a:gd name="f240" fmla="*/ f177 1 2514948"/>
                <a:gd name="f241" fmla="*/ f178 1 2170178"/>
                <a:gd name="f242" fmla="*/ f179 1 2514948"/>
                <a:gd name="f243" fmla="*/ f180 1 2170178"/>
                <a:gd name="f244" fmla="*/ f181 1 2514948"/>
                <a:gd name="f245" fmla="*/ f182 1 2170178"/>
                <a:gd name="f246" fmla="*/ f183 1 2514948"/>
                <a:gd name="f247" fmla="*/ f184 1 2170178"/>
                <a:gd name="f248" fmla="*/ f185 1 2514948"/>
                <a:gd name="f249" fmla="*/ f186 1 2170178"/>
                <a:gd name="f250" fmla="*/ f187 1 2514948"/>
                <a:gd name="f251" fmla="*/ f188 1 2170178"/>
                <a:gd name="f252" fmla="*/ f189 1 2514948"/>
                <a:gd name="f253" fmla="*/ f190 1 2170178"/>
                <a:gd name="f254" fmla="*/ f191 1 2514948"/>
                <a:gd name="f255" fmla="*/ f192 1 2170178"/>
                <a:gd name="f256" fmla="*/ f193 1 2514948"/>
                <a:gd name="f257" fmla="*/ f194 1 2170178"/>
                <a:gd name="f258" fmla="*/ f195 1 2514948"/>
                <a:gd name="f259" fmla="*/ f196 1 2170178"/>
                <a:gd name="f260" fmla="*/ f197 1 2170178"/>
                <a:gd name="f261" fmla="*/ f198 1 2514948"/>
                <a:gd name="f262" fmla="*/ f199 1 2170178"/>
                <a:gd name="f263" fmla="*/ f200 1 2514948"/>
                <a:gd name="f264" fmla="*/ f201 1 2170178"/>
                <a:gd name="f265" fmla="*/ f202 1 2514948"/>
                <a:gd name="f266" fmla="*/ f203 1 2170178"/>
                <a:gd name="f267" fmla="*/ f204 1 2514948"/>
                <a:gd name="f268" fmla="*/ f205 1 2170178"/>
                <a:gd name="f269" fmla="*/ f206 1 2514948"/>
                <a:gd name="f270" fmla="*/ f207 1 2170178"/>
                <a:gd name="f271" fmla="*/ f208 1 2514948"/>
                <a:gd name="f272" fmla="*/ f209 1 2170178"/>
                <a:gd name="f273" fmla="*/ f210 1 2514948"/>
                <a:gd name="f274" fmla="*/ f211 1 2170178"/>
                <a:gd name="f275" fmla="*/ f212 1 2514948"/>
                <a:gd name="f276" fmla="*/ f213 1 2170178"/>
                <a:gd name="f277" fmla="*/ f214 1 2514948"/>
                <a:gd name="f278" fmla="*/ f215 1 2170178"/>
                <a:gd name="f279" fmla="*/ f216 1 2514948"/>
                <a:gd name="f280" fmla="*/ f217 1 2170178"/>
                <a:gd name="f281" fmla="*/ f218 1 2514948"/>
                <a:gd name="f282" fmla="*/ f219 1 2170178"/>
                <a:gd name="f283" fmla="*/ f220 1 2514948"/>
                <a:gd name="f284" fmla="*/ f221 1 2170178"/>
                <a:gd name="f285" fmla="*/ f222 1 2514948"/>
                <a:gd name="f286" fmla="*/ f223 1 2170178"/>
                <a:gd name="f287" fmla="*/ f224 1 2514948"/>
                <a:gd name="f288" fmla="*/ f225 1 2170178"/>
                <a:gd name="f289" fmla="*/ f226 1 2514948"/>
                <a:gd name="f290" fmla="*/ f227 1 2170178"/>
                <a:gd name="f291" fmla="*/ f228 1 2514948"/>
                <a:gd name="f292" fmla="*/ f229 1 2170178"/>
                <a:gd name="f293" fmla="*/ f230 1 2514948"/>
                <a:gd name="f294" fmla="*/ f231 1 2170178"/>
                <a:gd name="f295" fmla="*/ f5 1 f168"/>
                <a:gd name="f296" fmla="*/ f6 1 f168"/>
                <a:gd name="f297" fmla="*/ f5 1 f169"/>
                <a:gd name="f298" fmla="*/ f7 1 f169"/>
                <a:gd name="f299" fmla="+- f232 0 f1"/>
                <a:gd name="f300" fmla="*/ f233 1 f168"/>
                <a:gd name="f301" fmla="*/ f234 1 f169"/>
                <a:gd name="f302" fmla="*/ f235 1 f168"/>
                <a:gd name="f303" fmla="*/ f236 1 f168"/>
                <a:gd name="f304" fmla="*/ f237 1 f169"/>
                <a:gd name="f305" fmla="*/ f238 1 f168"/>
                <a:gd name="f306" fmla="*/ f239 1 f169"/>
                <a:gd name="f307" fmla="*/ f240 1 f168"/>
                <a:gd name="f308" fmla="*/ f241 1 f169"/>
                <a:gd name="f309" fmla="*/ f242 1 f168"/>
                <a:gd name="f310" fmla="*/ f243 1 f169"/>
                <a:gd name="f311" fmla="*/ f244 1 f168"/>
                <a:gd name="f312" fmla="*/ f245 1 f169"/>
                <a:gd name="f313" fmla="*/ f246 1 f168"/>
                <a:gd name="f314" fmla="*/ f247 1 f169"/>
                <a:gd name="f315" fmla="*/ f248 1 f168"/>
                <a:gd name="f316" fmla="*/ f249 1 f169"/>
                <a:gd name="f317" fmla="*/ f250 1 f168"/>
                <a:gd name="f318" fmla="*/ f251 1 f169"/>
                <a:gd name="f319" fmla="*/ f252 1 f168"/>
                <a:gd name="f320" fmla="*/ f253 1 f169"/>
                <a:gd name="f321" fmla="*/ f254 1 f168"/>
                <a:gd name="f322" fmla="*/ f255 1 f169"/>
                <a:gd name="f323" fmla="*/ f256 1 f168"/>
                <a:gd name="f324" fmla="*/ f257 1 f169"/>
                <a:gd name="f325" fmla="*/ f258 1 f168"/>
                <a:gd name="f326" fmla="*/ f259 1 f169"/>
                <a:gd name="f327" fmla="*/ f260 1 f169"/>
                <a:gd name="f328" fmla="*/ f261 1 f168"/>
                <a:gd name="f329" fmla="*/ f262 1 f169"/>
                <a:gd name="f330" fmla="*/ f263 1 f168"/>
                <a:gd name="f331" fmla="*/ f264 1 f169"/>
                <a:gd name="f332" fmla="*/ f265 1 f168"/>
                <a:gd name="f333" fmla="*/ f266 1 f169"/>
                <a:gd name="f334" fmla="*/ f267 1 f168"/>
                <a:gd name="f335" fmla="*/ f268 1 f169"/>
                <a:gd name="f336" fmla="*/ f269 1 f168"/>
                <a:gd name="f337" fmla="*/ f270 1 f169"/>
                <a:gd name="f338" fmla="*/ f271 1 f168"/>
                <a:gd name="f339" fmla="*/ f272 1 f169"/>
                <a:gd name="f340" fmla="*/ f273 1 f168"/>
                <a:gd name="f341" fmla="*/ f274 1 f169"/>
                <a:gd name="f342" fmla="*/ f275 1 f168"/>
                <a:gd name="f343" fmla="*/ f276 1 f169"/>
                <a:gd name="f344" fmla="*/ f277 1 f168"/>
                <a:gd name="f345" fmla="*/ f278 1 f169"/>
                <a:gd name="f346" fmla="*/ f279 1 f168"/>
                <a:gd name="f347" fmla="*/ f280 1 f169"/>
                <a:gd name="f348" fmla="*/ f281 1 f168"/>
                <a:gd name="f349" fmla="*/ f282 1 f169"/>
                <a:gd name="f350" fmla="*/ f283 1 f168"/>
                <a:gd name="f351" fmla="*/ f284 1 f169"/>
                <a:gd name="f352" fmla="*/ f285 1 f168"/>
                <a:gd name="f353" fmla="*/ f286 1 f169"/>
                <a:gd name="f354" fmla="*/ f287 1 f168"/>
                <a:gd name="f355" fmla="*/ f288 1 f169"/>
                <a:gd name="f356" fmla="*/ f289 1 f168"/>
                <a:gd name="f357" fmla="*/ f290 1 f169"/>
                <a:gd name="f358" fmla="*/ f291 1 f168"/>
                <a:gd name="f359" fmla="*/ f292 1 f169"/>
                <a:gd name="f360" fmla="*/ f293 1 f168"/>
                <a:gd name="f361" fmla="*/ f294 1 f169"/>
                <a:gd name="f362" fmla="*/ f295 f163 1"/>
                <a:gd name="f363" fmla="*/ f296 f163 1"/>
                <a:gd name="f364" fmla="*/ f298 f164 1"/>
                <a:gd name="f365" fmla="*/ f297 f164 1"/>
                <a:gd name="f366" fmla="*/ f300 f163 1"/>
                <a:gd name="f367" fmla="*/ f301 f164 1"/>
                <a:gd name="f368" fmla="*/ f302 f163 1"/>
                <a:gd name="f369" fmla="*/ f303 f163 1"/>
                <a:gd name="f370" fmla="*/ f304 f164 1"/>
                <a:gd name="f371" fmla="*/ f305 f163 1"/>
                <a:gd name="f372" fmla="*/ f306 f164 1"/>
                <a:gd name="f373" fmla="*/ f307 f163 1"/>
                <a:gd name="f374" fmla="*/ f308 f164 1"/>
                <a:gd name="f375" fmla="*/ f309 f163 1"/>
                <a:gd name="f376" fmla="*/ f310 f164 1"/>
                <a:gd name="f377" fmla="*/ f311 f163 1"/>
                <a:gd name="f378" fmla="*/ f312 f164 1"/>
                <a:gd name="f379" fmla="*/ f313 f163 1"/>
                <a:gd name="f380" fmla="*/ f314 f164 1"/>
                <a:gd name="f381" fmla="*/ f315 f163 1"/>
                <a:gd name="f382" fmla="*/ f316 f164 1"/>
                <a:gd name="f383" fmla="*/ f317 f163 1"/>
                <a:gd name="f384" fmla="*/ f318 f164 1"/>
                <a:gd name="f385" fmla="*/ f319 f163 1"/>
                <a:gd name="f386" fmla="*/ f320 f164 1"/>
                <a:gd name="f387" fmla="*/ f321 f163 1"/>
                <a:gd name="f388" fmla="*/ f322 f164 1"/>
                <a:gd name="f389" fmla="*/ f323 f163 1"/>
                <a:gd name="f390" fmla="*/ f324 f164 1"/>
                <a:gd name="f391" fmla="*/ f325 f163 1"/>
                <a:gd name="f392" fmla="*/ f326 f164 1"/>
                <a:gd name="f393" fmla="*/ f327 f164 1"/>
                <a:gd name="f394" fmla="*/ f328 f163 1"/>
                <a:gd name="f395" fmla="*/ f329 f164 1"/>
                <a:gd name="f396" fmla="*/ f330 f163 1"/>
                <a:gd name="f397" fmla="*/ f331 f164 1"/>
                <a:gd name="f398" fmla="*/ f332 f163 1"/>
                <a:gd name="f399" fmla="*/ f333 f164 1"/>
                <a:gd name="f400" fmla="*/ f334 f163 1"/>
                <a:gd name="f401" fmla="*/ f335 f164 1"/>
                <a:gd name="f402" fmla="*/ f336 f163 1"/>
                <a:gd name="f403" fmla="*/ f337 f164 1"/>
                <a:gd name="f404" fmla="*/ f338 f163 1"/>
                <a:gd name="f405" fmla="*/ f339 f164 1"/>
                <a:gd name="f406" fmla="*/ f340 f163 1"/>
                <a:gd name="f407" fmla="*/ f341 f164 1"/>
                <a:gd name="f408" fmla="*/ f342 f163 1"/>
                <a:gd name="f409" fmla="*/ f343 f164 1"/>
                <a:gd name="f410" fmla="*/ f344 f163 1"/>
                <a:gd name="f411" fmla="*/ f345 f164 1"/>
                <a:gd name="f412" fmla="*/ f346 f163 1"/>
                <a:gd name="f413" fmla="*/ f347 f164 1"/>
                <a:gd name="f414" fmla="*/ f348 f163 1"/>
                <a:gd name="f415" fmla="*/ f349 f164 1"/>
                <a:gd name="f416" fmla="*/ f350 f163 1"/>
                <a:gd name="f417" fmla="*/ f351 f164 1"/>
                <a:gd name="f418" fmla="*/ f352 f163 1"/>
                <a:gd name="f419" fmla="*/ f353 f164 1"/>
                <a:gd name="f420" fmla="*/ f354 f163 1"/>
                <a:gd name="f421" fmla="*/ f355 f164 1"/>
                <a:gd name="f422" fmla="*/ f356 f163 1"/>
                <a:gd name="f423" fmla="*/ f357 f164 1"/>
                <a:gd name="f424" fmla="*/ f358 f163 1"/>
                <a:gd name="f425" fmla="*/ f359 f164 1"/>
                <a:gd name="f426" fmla="*/ f360 f163 1"/>
                <a:gd name="f427" fmla="*/ f361 f164 1"/>
              </a:gdLst>
              <a:ahLst/>
              <a:cxnLst>
                <a:cxn ang="3cd4">
                  <a:pos x="hc" y="t"/>
                </a:cxn>
                <a:cxn ang="0">
                  <a:pos x="r" y="vc"/>
                </a:cxn>
                <a:cxn ang="cd4">
                  <a:pos x="hc" y="b"/>
                </a:cxn>
                <a:cxn ang="cd2">
                  <a:pos x="l" y="vc"/>
                </a:cxn>
                <a:cxn ang="f299">
                  <a:pos x="f366" y="f367"/>
                </a:cxn>
                <a:cxn ang="f299">
                  <a:pos x="f368" y="f367"/>
                </a:cxn>
                <a:cxn ang="f299">
                  <a:pos x="f369" y="f370"/>
                </a:cxn>
                <a:cxn ang="f299">
                  <a:pos x="f371" y="f372"/>
                </a:cxn>
                <a:cxn ang="f299">
                  <a:pos x="f373" y="f374"/>
                </a:cxn>
                <a:cxn ang="f299">
                  <a:pos x="f375" y="f376"/>
                </a:cxn>
                <a:cxn ang="f299">
                  <a:pos x="f377" y="f378"/>
                </a:cxn>
                <a:cxn ang="f299">
                  <a:pos x="f379" y="f380"/>
                </a:cxn>
                <a:cxn ang="f299">
                  <a:pos x="f381" y="f382"/>
                </a:cxn>
                <a:cxn ang="f299">
                  <a:pos x="f383" y="f384"/>
                </a:cxn>
                <a:cxn ang="f299">
                  <a:pos x="f385" y="f386"/>
                </a:cxn>
                <a:cxn ang="f299">
                  <a:pos x="f387" y="f388"/>
                </a:cxn>
                <a:cxn ang="f299">
                  <a:pos x="f389" y="f390"/>
                </a:cxn>
                <a:cxn ang="f299">
                  <a:pos x="f391" y="f392"/>
                </a:cxn>
                <a:cxn ang="f299">
                  <a:pos x="f391" y="f393"/>
                </a:cxn>
                <a:cxn ang="f299">
                  <a:pos x="f394" y="f395"/>
                </a:cxn>
                <a:cxn ang="f299">
                  <a:pos x="f396" y="f397"/>
                </a:cxn>
                <a:cxn ang="f299">
                  <a:pos x="f398" y="f399"/>
                </a:cxn>
                <a:cxn ang="f299">
                  <a:pos x="f400" y="f401"/>
                </a:cxn>
                <a:cxn ang="f299">
                  <a:pos x="f402" y="f403"/>
                </a:cxn>
                <a:cxn ang="f299">
                  <a:pos x="f404" y="f405"/>
                </a:cxn>
                <a:cxn ang="f299">
                  <a:pos x="f406" y="f407"/>
                </a:cxn>
                <a:cxn ang="f299">
                  <a:pos x="f408" y="f409"/>
                </a:cxn>
                <a:cxn ang="f299">
                  <a:pos x="f410" y="f411"/>
                </a:cxn>
                <a:cxn ang="f299">
                  <a:pos x="f412" y="f413"/>
                </a:cxn>
                <a:cxn ang="f299">
                  <a:pos x="f414" y="f415"/>
                </a:cxn>
                <a:cxn ang="f299">
                  <a:pos x="f416" y="f417"/>
                </a:cxn>
                <a:cxn ang="f299">
                  <a:pos x="f418" y="f419"/>
                </a:cxn>
                <a:cxn ang="f299">
                  <a:pos x="f420" y="f421"/>
                </a:cxn>
                <a:cxn ang="f299">
                  <a:pos x="f422" y="f423"/>
                </a:cxn>
                <a:cxn ang="f299">
                  <a:pos x="f424" y="f425"/>
                </a:cxn>
                <a:cxn ang="f299">
                  <a:pos x="f426" y="f427"/>
                </a:cxn>
              </a:cxnLst>
              <a:rect l="f362" t="f365" r="f363" b="f364"/>
              <a:pathLst>
                <a:path w="2514948" h="2170178">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lnTo>
                    <a:pt x="f5" y="f7"/>
                  </a:lnTo>
                  <a:lnTo>
                    <a:pt x="f5" y="f71"/>
                  </a:lnTo>
                  <a:lnTo>
                    <a:pt x="f72" y="f73"/>
                  </a:ln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lnTo>
                    <a:pt x="f146" y="f147"/>
                  </a:lnTo>
                  <a:lnTo>
                    <a:pt x="f148" y="f149"/>
                  </a:lnTo>
                  <a:cubicBezTo>
                    <a:pt x="f150" y="f151"/>
                    <a:pt x="f152" y="f153"/>
                    <a:pt x="f154" y="f155"/>
                  </a:cubicBezTo>
                  <a:cubicBezTo>
                    <a:pt x="f156" y="f157"/>
                    <a:pt x="f158" y="f159"/>
                    <a:pt x="f160" y="f16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7" name="Freeform: Shape 13">
              <a:extLst>
                <a:ext uri="{FF2B5EF4-FFF2-40B4-BE49-F238E27FC236}">
                  <a16:creationId xmlns:a16="http://schemas.microsoft.com/office/drawing/2014/main" id="{B25DB643-0B6F-C641-FE3D-64D3CA0DF57C}"/>
                </a:ext>
              </a:extLst>
            </p:cNvPr>
            <p:cNvSpPr/>
            <p:nvPr/>
          </p:nvSpPr>
          <p:spPr>
            <a:xfrm>
              <a:off x="-301" y="-1298"/>
              <a:ext cx="2493065" cy="1947891"/>
            </a:xfrm>
            <a:custGeom>
              <a:avLst/>
              <a:gdLst>
                <a:gd name="f0" fmla="val 10800000"/>
                <a:gd name="f1" fmla="val 5400000"/>
                <a:gd name="f2" fmla="val 180"/>
                <a:gd name="f3" fmla="val w"/>
                <a:gd name="f4" fmla="val h"/>
                <a:gd name="f5" fmla="val 0"/>
                <a:gd name="f6" fmla="val 2493062"/>
                <a:gd name="f7" fmla="val 1947896"/>
                <a:gd name="f8" fmla="val 1896911"/>
                <a:gd name="f9" fmla="val 2435315"/>
                <a:gd name="f10" fmla="val 178165"/>
                <a:gd name="f11" fmla="val 2088122"/>
                <a:gd name="f12" fmla="val 1071812"/>
                <a:gd name="f13" fmla="val 1129732"/>
                <a:gd name="f14" fmla="val 1758033"/>
                <a:gd name="f15" fmla="val 93066"/>
                <a:gd name="f16" fmla="val 1935859"/>
                <a:gd name="f17" fmla="val 1404756"/>
                <a:gd name="f18" fmla="val 17392"/>
                <a:gd name="f19" fmla="val 1402364"/>
                <a:gd name="f20" fmla="val 167719"/>
                <a:gd name="f21" fmla="val 1375030"/>
                <a:gd name="f22" fmla="val 318070"/>
                <a:gd name="f23" fmla="val 1334398"/>
                <a:gd name="f24" fmla="val 464249"/>
                <a:gd name="f25" fmla="val 1281208"/>
                <a:gd name="f26" fmla="val 753480"/>
                <a:gd name="f27" fmla="val 1176081"/>
                <a:gd name="f28" fmla="val 1028869"/>
                <a:gd name="f29" fmla="val 1021346"/>
                <a:gd name="f30" fmla="val 1260556"/>
                <a:gd name="f31" fmla="val 833835"/>
                <a:gd name="f32" fmla="val 1491960"/>
                <a:gd name="f33" fmla="val 646594"/>
                <a:gd name="f34" fmla="val 1681177"/>
                <a:gd name="f35" fmla="val 425056"/>
                <a:gd name="f36" fmla="val 1807924"/>
                <a:gd name="f37" fmla="val 193222"/>
                <a:gd name="f38" fmla="val 1832328"/>
                <a:gd name="f39" fmla="val 148578"/>
                <a:gd name="f40" fmla="val 1854477"/>
                <a:gd name="f41" fmla="val 103599"/>
                <a:gd name="f42" fmla="val 1874357"/>
                <a:gd name="f43" fmla="val 58333"/>
                <a:gd name="f44" fmla="+- 0 0 -90"/>
                <a:gd name="f45" fmla="*/ f3 1 2493062"/>
                <a:gd name="f46" fmla="*/ f4 1 1947896"/>
                <a:gd name="f47" fmla="+- f7 0 f5"/>
                <a:gd name="f48" fmla="+- f6 0 f5"/>
                <a:gd name="f49" fmla="*/ f44 f0 1"/>
                <a:gd name="f50" fmla="*/ f48 1 2493062"/>
                <a:gd name="f51" fmla="*/ f47 1 1947896"/>
                <a:gd name="f52" fmla="*/ 1896911 f48 1"/>
                <a:gd name="f53" fmla="*/ 0 f47 1"/>
                <a:gd name="f54" fmla="*/ 2493062 f48 1"/>
                <a:gd name="f55" fmla="*/ 2435315 f48 1"/>
                <a:gd name="f56" fmla="*/ 178165 f47 1"/>
                <a:gd name="f57" fmla="*/ 93066 f48 1"/>
                <a:gd name="f58" fmla="*/ 1935859 f47 1"/>
                <a:gd name="f59" fmla="*/ 0 f48 1"/>
                <a:gd name="f60" fmla="*/ 1947896 f47 1"/>
                <a:gd name="f61" fmla="*/ 1404756 f47 1"/>
                <a:gd name="f62" fmla="*/ 17392 f48 1"/>
                <a:gd name="f63" fmla="*/ 1402364 f47 1"/>
                <a:gd name="f64" fmla="*/ 464249 f48 1"/>
                <a:gd name="f65" fmla="*/ 1281208 f47 1"/>
                <a:gd name="f66" fmla="*/ 1260556 f48 1"/>
                <a:gd name="f67" fmla="*/ 833835 f47 1"/>
                <a:gd name="f68" fmla="*/ 1807924 f48 1"/>
                <a:gd name="f69" fmla="*/ 193222 f47 1"/>
                <a:gd name="f70" fmla="*/ 1874357 f48 1"/>
                <a:gd name="f71" fmla="*/ 58333 f47 1"/>
                <a:gd name="f72" fmla="*/ f49 1 f2"/>
                <a:gd name="f73" fmla="*/ f52 1 2493062"/>
                <a:gd name="f74" fmla="*/ f53 1 1947896"/>
                <a:gd name="f75" fmla="*/ f54 1 2493062"/>
                <a:gd name="f76" fmla="*/ f55 1 2493062"/>
                <a:gd name="f77" fmla="*/ f56 1 1947896"/>
                <a:gd name="f78" fmla="*/ f57 1 2493062"/>
                <a:gd name="f79" fmla="*/ f58 1 1947896"/>
                <a:gd name="f80" fmla="*/ f59 1 2493062"/>
                <a:gd name="f81" fmla="*/ f60 1 1947896"/>
                <a:gd name="f82" fmla="*/ f61 1 1947896"/>
                <a:gd name="f83" fmla="*/ f62 1 2493062"/>
                <a:gd name="f84" fmla="*/ f63 1 1947896"/>
                <a:gd name="f85" fmla="*/ f64 1 2493062"/>
                <a:gd name="f86" fmla="*/ f65 1 1947896"/>
                <a:gd name="f87" fmla="*/ f66 1 2493062"/>
                <a:gd name="f88" fmla="*/ f67 1 1947896"/>
                <a:gd name="f89" fmla="*/ f68 1 2493062"/>
                <a:gd name="f90" fmla="*/ f69 1 1947896"/>
                <a:gd name="f91" fmla="*/ f70 1 2493062"/>
                <a:gd name="f92" fmla="*/ f71 1 1947896"/>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3062" h="1947896">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8" name="Freeform: Shape 14">
              <a:extLst>
                <a:ext uri="{FF2B5EF4-FFF2-40B4-BE49-F238E27FC236}">
                  <a16:creationId xmlns:a16="http://schemas.microsoft.com/office/drawing/2014/main" id="{3F05B1F9-5D01-F533-DF01-AE0D95096F47}"/>
                </a:ext>
              </a:extLst>
            </p:cNvPr>
            <p:cNvSpPr/>
            <p:nvPr/>
          </p:nvSpPr>
          <p:spPr>
            <a:xfrm>
              <a:off x="-301" y="2852"/>
              <a:ext cx="2501085" cy="1972699"/>
            </a:xfrm>
            <a:custGeom>
              <a:avLst/>
              <a:gdLst>
                <a:gd name="f0" fmla="val 10800000"/>
                <a:gd name="f1" fmla="val 5400000"/>
                <a:gd name="f2" fmla="val 180"/>
                <a:gd name="f3" fmla="val w"/>
                <a:gd name="f4" fmla="val h"/>
                <a:gd name="f5" fmla="val 0"/>
                <a:gd name="f6" fmla="val 2501089"/>
                <a:gd name="f7" fmla="val 1972702"/>
                <a:gd name="f8" fmla="val 2318728"/>
                <a:gd name="f9" fmla="val 2453909"/>
                <a:gd name="f10" fmla="val 167837"/>
                <a:gd name="f11" fmla="val 2427555"/>
                <a:gd name="f12" fmla="val 244153"/>
                <a:gd name="f13" fmla="val 2396627"/>
                <a:gd name="f14" fmla="val 319103"/>
                <a:gd name="f15" fmla="val 2361125"/>
                <a:gd name="f16" fmla="val 392084"/>
                <a:gd name="f17" fmla="val 2218453"/>
                <a:gd name="f18" fmla="val 684005"/>
                <a:gd name="f19" fmla="val 2011698"/>
                <a:gd name="f20" fmla="val 945211"/>
                <a:gd name="f21" fmla="val 1768255"/>
                <a:gd name="f22" fmla="val 1167644"/>
                <a:gd name="f23" fmla="val 1646250"/>
                <a:gd name="f24" fmla="val 1278860"/>
                <a:gd name="f25" fmla="val 1514385"/>
                <a:gd name="f26" fmla="val 1380316"/>
                <a:gd name="f27" fmla="val 1375125"/>
                <a:gd name="f28" fmla="val 1471474"/>
                <a:gd name="f29" fmla="val 1235677"/>
                <a:gd name="f30" fmla="val 1562542"/>
                <a:gd name="f31" fmla="val 1088928"/>
                <a:gd name="f32" fmla="val 1643672"/>
                <a:gd name="f33" fmla="val 935735"/>
                <a:gd name="f34" fmla="val 1712713"/>
                <a:gd name="f35" fmla="val 705659"/>
                <a:gd name="f36" fmla="val 1815533"/>
                <a:gd name="f37" fmla="val 462359"/>
                <a:gd name="f38" fmla="val 1892212"/>
                <a:gd name="f39" fmla="val 212353"/>
                <a:gd name="f40" fmla="val 1940294"/>
                <a:gd name="f41" fmla="val 1732181"/>
                <a:gd name="f42" fmla="val 161195"/>
                <a:gd name="f43" fmla="val 1706590"/>
                <a:gd name="f44" fmla="val 237638"/>
                <a:gd name="f45" fmla="val 1691378"/>
                <a:gd name="f46" fmla="val 313477"/>
                <a:gd name="f47" fmla="val 1673222"/>
                <a:gd name="f48" fmla="val 388463"/>
                <a:gd name="f49" fmla="val 1652268"/>
                <a:gd name="f50" fmla="val 538529"/>
                <a:gd name="f51" fmla="val 1610539"/>
                <a:gd name="f52" fmla="val 684898"/>
                <a:gd name="f53" fmla="val 1556543"/>
                <a:gd name="f54" fmla="val 826716"/>
                <a:gd name="f55" fmla="val 1493950"/>
                <a:gd name="f56" fmla="val 1111207"/>
                <a:gd name="f57" fmla="val 1370107"/>
                <a:gd name="f58" fmla="val 1376832"/>
                <a:gd name="f59" fmla="val 1205881"/>
                <a:gd name="f60" fmla="val 1609847"/>
                <a:gd name="f61" fmla="val 1007535"/>
                <a:gd name="f62" fmla="val 1725975"/>
                <a:gd name="f63" fmla="val 908049"/>
                <a:gd name="f64" fmla="val 1833571"/>
                <a:gd name="f65" fmla="val 799519"/>
                <a:gd name="f66" fmla="val 1929982"/>
                <a:gd name="f67" fmla="val 682930"/>
                <a:gd name="f68" fmla="val 2026581"/>
                <a:gd name="f69" fmla="val 566520"/>
                <a:gd name="f70" fmla="val 2111806"/>
                <a:gd name="f71" fmla="val 441692"/>
                <a:gd name="f72" fmla="val 2183093"/>
                <a:gd name="f73" fmla="val 310149"/>
                <a:gd name="f74" fmla="val 2218738"/>
                <a:gd name="f75" fmla="val 244422"/>
                <a:gd name="f76" fmla="val 2251396"/>
                <a:gd name="f77" fmla="val 177150"/>
                <a:gd name="f78" fmla="val 2280286"/>
                <a:gd name="f79" fmla="val 108435"/>
                <a:gd name="f80" fmla="+- 0 0 -90"/>
                <a:gd name="f81" fmla="*/ f3 1 2501089"/>
                <a:gd name="f82" fmla="*/ f4 1 1972702"/>
                <a:gd name="f83" fmla="+- f7 0 f5"/>
                <a:gd name="f84" fmla="+- f6 0 f5"/>
                <a:gd name="f85" fmla="*/ f80 f0 1"/>
                <a:gd name="f86" fmla="*/ f84 1 2501089"/>
                <a:gd name="f87" fmla="*/ f83 1 1972702"/>
                <a:gd name="f88" fmla="*/ 2318728 f84 1"/>
                <a:gd name="f89" fmla="*/ 0 f83 1"/>
                <a:gd name="f90" fmla="*/ 2501089 f84 1"/>
                <a:gd name="f91" fmla="*/ 2453909 f84 1"/>
                <a:gd name="f92" fmla="*/ 167837 f83 1"/>
                <a:gd name="f93" fmla="*/ 2361125 f84 1"/>
                <a:gd name="f94" fmla="*/ 392084 f83 1"/>
                <a:gd name="f95" fmla="*/ 1768255 f84 1"/>
                <a:gd name="f96" fmla="*/ 1167644 f83 1"/>
                <a:gd name="f97" fmla="*/ 1375125 f84 1"/>
                <a:gd name="f98" fmla="*/ 1471474 f83 1"/>
                <a:gd name="f99" fmla="*/ 935735 f84 1"/>
                <a:gd name="f100" fmla="*/ 1712713 f83 1"/>
                <a:gd name="f101" fmla="*/ 212353 f84 1"/>
                <a:gd name="f102" fmla="*/ 1940294 f83 1"/>
                <a:gd name="f103" fmla="*/ 0 f84 1"/>
                <a:gd name="f104" fmla="*/ 1972702 f83 1"/>
                <a:gd name="f105" fmla="*/ 1732181 f83 1"/>
                <a:gd name="f106" fmla="*/ 161195 f84 1"/>
                <a:gd name="f107" fmla="*/ 1706590 f83 1"/>
                <a:gd name="f108" fmla="*/ 388463 f84 1"/>
                <a:gd name="f109" fmla="*/ 1652268 f83 1"/>
                <a:gd name="f110" fmla="*/ 826716 f84 1"/>
                <a:gd name="f111" fmla="*/ 1493950 f83 1"/>
                <a:gd name="f112" fmla="*/ 1609847 f84 1"/>
                <a:gd name="f113" fmla="*/ 1007535 f83 1"/>
                <a:gd name="f114" fmla="*/ 1929982 f84 1"/>
                <a:gd name="f115" fmla="*/ 682930 f83 1"/>
                <a:gd name="f116" fmla="*/ 2183093 f84 1"/>
                <a:gd name="f117" fmla="*/ 310149 f83 1"/>
                <a:gd name="f118" fmla="*/ 2280286 f84 1"/>
                <a:gd name="f119" fmla="*/ 108435 f83 1"/>
                <a:gd name="f120" fmla="*/ f85 1 f2"/>
                <a:gd name="f121" fmla="*/ f88 1 2501089"/>
                <a:gd name="f122" fmla="*/ f89 1 1972702"/>
                <a:gd name="f123" fmla="*/ f90 1 2501089"/>
                <a:gd name="f124" fmla="*/ f91 1 2501089"/>
                <a:gd name="f125" fmla="*/ f92 1 1972702"/>
                <a:gd name="f126" fmla="*/ f93 1 2501089"/>
                <a:gd name="f127" fmla="*/ f94 1 1972702"/>
                <a:gd name="f128" fmla="*/ f95 1 2501089"/>
                <a:gd name="f129" fmla="*/ f96 1 1972702"/>
                <a:gd name="f130" fmla="*/ f97 1 2501089"/>
                <a:gd name="f131" fmla="*/ f98 1 1972702"/>
                <a:gd name="f132" fmla="*/ f99 1 2501089"/>
                <a:gd name="f133" fmla="*/ f100 1 1972702"/>
                <a:gd name="f134" fmla="*/ f101 1 2501089"/>
                <a:gd name="f135" fmla="*/ f102 1 1972702"/>
                <a:gd name="f136" fmla="*/ f103 1 2501089"/>
                <a:gd name="f137" fmla="*/ f104 1 1972702"/>
                <a:gd name="f138" fmla="*/ f105 1 1972702"/>
                <a:gd name="f139" fmla="*/ f106 1 2501089"/>
                <a:gd name="f140" fmla="*/ f107 1 1972702"/>
                <a:gd name="f141" fmla="*/ f108 1 2501089"/>
                <a:gd name="f142" fmla="*/ f109 1 1972702"/>
                <a:gd name="f143" fmla="*/ f110 1 2501089"/>
                <a:gd name="f144" fmla="*/ f111 1 1972702"/>
                <a:gd name="f145" fmla="*/ f112 1 2501089"/>
                <a:gd name="f146" fmla="*/ f113 1 1972702"/>
                <a:gd name="f147" fmla="*/ f114 1 2501089"/>
                <a:gd name="f148" fmla="*/ f115 1 1972702"/>
                <a:gd name="f149" fmla="*/ f116 1 2501089"/>
                <a:gd name="f150" fmla="*/ f117 1 1972702"/>
                <a:gd name="f151" fmla="*/ f118 1 2501089"/>
                <a:gd name="f152" fmla="*/ f119 1 1972702"/>
                <a:gd name="f153" fmla="*/ f5 1 f86"/>
                <a:gd name="f154" fmla="*/ f6 1 f86"/>
                <a:gd name="f155" fmla="*/ f5 1 f87"/>
                <a:gd name="f156" fmla="*/ f7 1 f87"/>
                <a:gd name="f157" fmla="+- f120 0 f1"/>
                <a:gd name="f158" fmla="*/ f121 1 f86"/>
                <a:gd name="f159" fmla="*/ f122 1 f87"/>
                <a:gd name="f160" fmla="*/ f123 1 f86"/>
                <a:gd name="f161" fmla="*/ f124 1 f86"/>
                <a:gd name="f162" fmla="*/ f125 1 f87"/>
                <a:gd name="f163" fmla="*/ f126 1 f86"/>
                <a:gd name="f164" fmla="*/ f127 1 f87"/>
                <a:gd name="f165" fmla="*/ f128 1 f86"/>
                <a:gd name="f166" fmla="*/ f129 1 f87"/>
                <a:gd name="f167" fmla="*/ f130 1 f86"/>
                <a:gd name="f168" fmla="*/ f131 1 f87"/>
                <a:gd name="f169" fmla="*/ f132 1 f86"/>
                <a:gd name="f170" fmla="*/ f133 1 f87"/>
                <a:gd name="f171" fmla="*/ f134 1 f86"/>
                <a:gd name="f172" fmla="*/ f135 1 f87"/>
                <a:gd name="f173" fmla="*/ f136 1 f86"/>
                <a:gd name="f174" fmla="*/ f137 1 f87"/>
                <a:gd name="f175" fmla="*/ f138 1 f87"/>
                <a:gd name="f176" fmla="*/ f139 1 f86"/>
                <a:gd name="f177" fmla="*/ f140 1 f87"/>
                <a:gd name="f178" fmla="*/ f141 1 f86"/>
                <a:gd name="f179" fmla="*/ f142 1 f87"/>
                <a:gd name="f180" fmla="*/ f143 1 f86"/>
                <a:gd name="f181" fmla="*/ f144 1 f87"/>
                <a:gd name="f182" fmla="*/ f145 1 f86"/>
                <a:gd name="f183" fmla="*/ f146 1 f87"/>
                <a:gd name="f184" fmla="*/ f147 1 f86"/>
                <a:gd name="f185" fmla="*/ f148 1 f87"/>
                <a:gd name="f186" fmla="*/ f149 1 f86"/>
                <a:gd name="f187" fmla="*/ f150 1 f87"/>
                <a:gd name="f188" fmla="*/ f151 1 f86"/>
                <a:gd name="f189" fmla="*/ f152 1 f87"/>
                <a:gd name="f190" fmla="*/ f153 f81 1"/>
                <a:gd name="f191" fmla="*/ f154 f81 1"/>
                <a:gd name="f192" fmla="*/ f156 f82 1"/>
                <a:gd name="f193" fmla="*/ f155 f82 1"/>
                <a:gd name="f194" fmla="*/ f158 f81 1"/>
                <a:gd name="f195" fmla="*/ f159 f82 1"/>
                <a:gd name="f196" fmla="*/ f160 f81 1"/>
                <a:gd name="f197" fmla="*/ f161 f81 1"/>
                <a:gd name="f198" fmla="*/ f162 f82 1"/>
                <a:gd name="f199" fmla="*/ f163 f81 1"/>
                <a:gd name="f200" fmla="*/ f164 f82 1"/>
                <a:gd name="f201" fmla="*/ f165 f81 1"/>
                <a:gd name="f202" fmla="*/ f166 f82 1"/>
                <a:gd name="f203" fmla="*/ f167 f81 1"/>
                <a:gd name="f204" fmla="*/ f168 f82 1"/>
                <a:gd name="f205" fmla="*/ f169 f81 1"/>
                <a:gd name="f206" fmla="*/ f170 f82 1"/>
                <a:gd name="f207" fmla="*/ f171 f81 1"/>
                <a:gd name="f208" fmla="*/ f172 f82 1"/>
                <a:gd name="f209" fmla="*/ f173 f81 1"/>
                <a:gd name="f210" fmla="*/ f174 f82 1"/>
                <a:gd name="f211" fmla="*/ f175 f82 1"/>
                <a:gd name="f212" fmla="*/ f176 f81 1"/>
                <a:gd name="f213" fmla="*/ f177 f82 1"/>
                <a:gd name="f214" fmla="*/ f178 f81 1"/>
                <a:gd name="f215" fmla="*/ f179 f82 1"/>
                <a:gd name="f216" fmla="*/ f180 f81 1"/>
                <a:gd name="f217" fmla="*/ f181 f82 1"/>
                <a:gd name="f218" fmla="*/ f182 f81 1"/>
                <a:gd name="f219" fmla="*/ f183 f82 1"/>
                <a:gd name="f220" fmla="*/ f184 f81 1"/>
                <a:gd name="f221" fmla="*/ f185 f82 1"/>
                <a:gd name="f222" fmla="*/ f186 f81 1"/>
                <a:gd name="f223" fmla="*/ f187 f82 1"/>
                <a:gd name="f224" fmla="*/ f188 f81 1"/>
                <a:gd name="f225" fmla="*/ f189 f82 1"/>
              </a:gdLst>
              <a:ahLst/>
              <a:cxnLst>
                <a:cxn ang="3cd4">
                  <a:pos x="hc" y="t"/>
                </a:cxn>
                <a:cxn ang="0">
                  <a:pos x="r" y="vc"/>
                </a:cxn>
                <a:cxn ang="cd4">
                  <a:pos x="hc" y="b"/>
                </a:cxn>
                <a:cxn ang="cd2">
                  <a:pos x="l" y="vc"/>
                </a:cxn>
                <a:cxn ang="f157">
                  <a:pos x="f194" y="f195"/>
                </a:cxn>
                <a:cxn ang="f157">
                  <a:pos x="f196" y="f195"/>
                </a:cxn>
                <a:cxn ang="f157">
                  <a:pos x="f197" y="f198"/>
                </a:cxn>
                <a:cxn ang="f157">
                  <a:pos x="f199" y="f200"/>
                </a:cxn>
                <a:cxn ang="f157">
                  <a:pos x="f201" y="f202"/>
                </a:cxn>
                <a:cxn ang="f157">
                  <a:pos x="f203" y="f204"/>
                </a:cxn>
                <a:cxn ang="f157">
                  <a:pos x="f205" y="f206"/>
                </a:cxn>
                <a:cxn ang="f157">
                  <a:pos x="f207" y="f208"/>
                </a:cxn>
                <a:cxn ang="f157">
                  <a:pos x="f209" y="f210"/>
                </a:cxn>
                <a:cxn ang="f157">
                  <a:pos x="f209" y="f211"/>
                </a:cxn>
                <a:cxn ang="f157">
                  <a:pos x="f212" y="f213"/>
                </a:cxn>
                <a:cxn ang="f157">
                  <a:pos x="f214" y="f215"/>
                </a:cxn>
                <a:cxn ang="f157">
                  <a:pos x="f216" y="f217"/>
                </a:cxn>
                <a:cxn ang="f157">
                  <a:pos x="f218" y="f219"/>
                </a:cxn>
                <a:cxn ang="f157">
                  <a:pos x="f220" y="f221"/>
                </a:cxn>
                <a:cxn ang="f157">
                  <a:pos x="f222" y="f223"/>
                </a:cxn>
                <a:cxn ang="f157">
                  <a:pos x="f224" y="f225"/>
                </a:cxn>
              </a:cxnLst>
              <a:rect l="f190" t="f193" r="f191" b="f192"/>
              <a:pathLst>
                <a:path w="2501089" h="1972702">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lnTo>
                    <a:pt x="f5" y="f7"/>
                  </a:lnTo>
                  <a:lnTo>
                    <a:pt x="f5" y="f41"/>
                  </a:lnTo>
                  <a:lnTo>
                    <a:pt x="f42" y="f43"/>
                  </a:ln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9" name="Freeform: Shape 15">
              <a:extLst>
                <a:ext uri="{FF2B5EF4-FFF2-40B4-BE49-F238E27FC236}">
                  <a16:creationId xmlns:a16="http://schemas.microsoft.com/office/drawing/2014/main" id="{65C44C91-28BB-575C-825F-C40F57182E57}"/>
                </a:ext>
              </a:extLst>
            </p:cNvPr>
            <p:cNvSpPr/>
            <p:nvPr/>
          </p:nvSpPr>
          <p:spPr>
            <a:xfrm>
              <a:off x="301" y="2862"/>
              <a:ext cx="2491109" cy="1943657"/>
            </a:xfrm>
            <a:custGeom>
              <a:avLst/>
              <a:gdLst>
                <a:gd name="f0" fmla="val 10800000"/>
                <a:gd name="f1" fmla="val 5400000"/>
                <a:gd name="f2" fmla="val 180"/>
                <a:gd name="f3" fmla="val w"/>
                <a:gd name="f4" fmla="val h"/>
                <a:gd name="f5" fmla="val 0"/>
                <a:gd name="f6" fmla="val 2491105"/>
                <a:gd name="f7" fmla="val 1943661"/>
                <a:gd name="f8" fmla="val 1995408"/>
                <a:gd name="f9" fmla="val 2434705"/>
                <a:gd name="f10" fmla="val 174009"/>
                <a:gd name="f11" fmla="val 2087512"/>
                <a:gd name="f12" fmla="val 1067655"/>
                <a:gd name="f13" fmla="val 1129122"/>
                <a:gd name="f14" fmla="val 1753877"/>
                <a:gd name="f15" fmla="val 92457"/>
                <a:gd name="f16" fmla="val 1931703"/>
                <a:gd name="f17" fmla="val 1491489"/>
                <a:gd name="f18" fmla="val 34107"/>
                <a:gd name="f19" fmla="val 1486836"/>
                <a:gd name="f20" fmla="val 189055"/>
                <a:gd name="f21" fmla="val 1458696"/>
                <a:gd name="f22" fmla="val 343908"/>
                <a:gd name="f23" fmla="val 1416565"/>
                <a:gd name="f24" fmla="val 497577"/>
                <a:gd name="f25" fmla="val 1360598"/>
                <a:gd name="f26" fmla="val 796856"/>
                <a:gd name="f27" fmla="val 1251889"/>
                <a:gd name="f28" fmla="val 1081725"/>
                <a:gd name="f29" fmla="val 1091781"/>
                <a:gd name="f30" fmla="val 1321566"/>
                <a:gd name="f31" fmla="val 897645"/>
                <a:gd name="f32" fmla="val 1565577"/>
                <a:gd name="f33" fmla="val 700195"/>
                <a:gd name="f34" fmla="val 1757355"/>
                <a:gd name="f35" fmla="val 475523"/>
                <a:gd name="f36" fmla="val 1891495"/>
                <a:gd name="f37" fmla="val 230078"/>
                <a:gd name="f38" fmla="val 1917197"/>
                <a:gd name="f39" fmla="val 183033"/>
                <a:gd name="f40" fmla="val 1940526"/>
                <a:gd name="f41" fmla="val 135619"/>
                <a:gd name="f42" fmla="val 1961469"/>
                <a:gd name="f43" fmla="val 87885"/>
                <a:gd name="f44" fmla="+- 0 0 -90"/>
                <a:gd name="f45" fmla="*/ f3 1 2491105"/>
                <a:gd name="f46" fmla="*/ f4 1 1943661"/>
                <a:gd name="f47" fmla="+- f7 0 f5"/>
                <a:gd name="f48" fmla="+- f6 0 f5"/>
                <a:gd name="f49" fmla="*/ f44 f0 1"/>
                <a:gd name="f50" fmla="*/ f48 1 2491105"/>
                <a:gd name="f51" fmla="*/ f47 1 1943661"/>
                <a:gd name="f52" fmla="*/ 1995408 f48 1"/>
                <a:gd name="f53" fmla="*/ 0 f47 1"/>
                <a:gd name="f54" fmla="*/ 2491105 f48 1"/>
                <a:gd name="f55" fmla="*/ 2434705 f48 1"/>
                <a:gd name="f56" fmla="*/ 174009 f47 1"/>
                <a:gd name="f57" fmla="*/ 92457 f48 1"/>
                <a:gd name="f58" fmla="*/ 1931703 f47 1"/>
                <a:gd name="f59" fmla="*/ 0 f48 1"/>
                <a:gd name="f60" fmla="*/ 1943661 f47 1"/>
                <a:gd name="f61" fmla="*/ 1491489 f47 1"/>
                <a:gd name="f62" fmla="*/ 34107 f48 1"/>
                <a:gd name="f63" fmla="*/ 1486836 f47 1"/>
                <a:gd name="f64" fmla="*/ 497577 f48 1"/>
                <a:gd name="f65" fmla="*/ 1360598 f47 1"/>
                <a:gd name="f66" fmla="*/ 1321566 f48 1"/>
                <a:gd name="f67" fmla="*/ 897645 f47 1"/>
                <a:gd name="f68" fmla="*/ 1891495 f48 1"/>
                <a:gd name="f69" fmla="*/ 230078 f47 1"/>
                <a:gd name="f70" fmla="*/ 1961469 f48 1"/>
                <a:gd name="f71" fmla="*/ 87885 f47 1"/>
                <a:gd name="f72" fmla="*/ f49 1 f2"/>
                <a:gd name="f73" fmla="*/ f52 1 2491105"/>
                <a:gd name="f74" fmla="*/ f53 1 1943661"/>
                <a:gd name="f75" fmla="*/ f54 1 2491105"/>
                <a:gd name="f76" fmla="*/ f55 1 2491105"/>
                <a:gd name="f77" fmla="*/ f56 1 1943661"/>
                <a:gd name="f78" fmla="*/ f57 1 2491105"/>
                <a:gd name="f79" fmla="*/ f58 1 1943661"/>
                <a:gd name="f80" fmla="*/ f59 1 2491105"/>
                <a:gd name="f81" fmla="*/ f60 1 1943661"/>
                <a:gd name="f82" fmla="*/ f61 1 1943661"/>
                <a:gd name="f83" fmla="*/ f62 1 2491105"/>
                <a:gd name="f84" fmla="*/ f63 1 1943661"/>
                <a:gd name="f85" fmla="*/ f64 1 2491105"/>
                <a:gd name="f86" fmla="*/ f65 1 1943661"/>
                <a:gd name="f87" fmla="*/ f66 1 2491105"/>
                <a:gd name="f88" fmla="*/ f67 1 1943661"/>
                <a:gd name="f89" fmla="*/ f68 1 2491105"/>
                <a:gd name="f90" fmla="*/ f69 1 1943661"/>
                <a:gd name="f91" fmla="*/ f70 1 2491105"/>
                <a:gd name="f92" fmla="*/ f71 1 1943661"/>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1105" h="1943661">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grpSp>
        <p:nvGrpSpPr>
          <p:cNvPr id="10" name="Group 17">
            <a:extLst>
              <a:ext uri="{FF2B5EF4-FFF2-40B4-BE49-F238E27FC236}">
                <a16:creationId xmlns:a16="http://schemas.microsoft.com/office/drawing/2014/main" id="{93F7B1AE-40B0-8C1E-27FD-ABFED70A3D2A}"/>
              </a:ext>
            </a:extLst>
          </p:cNvPr>
          <p:cNvGrpSpPr/>
          <p:nvPr/>
        </p:nvGrpSpPr>
        <p:grpSpPr>
          <a:xfrm>
            <a:off x="9244483" y="0"/>
            <a:ext cx="2947513" cy="4826541"/>
            <a:chOff x="9244483" y="0"/>
            <a:chExt cx="2947513" cy="4826541"/>
          </a:xfrm>
        </p:grpSpPr>
        <p:sp>
          <p:nvSpPr>
            <p:cNvPr id="11" name="Freeform: Shape 18">
              <a:extLst>
                <a:ext uri="{FF2B5EF4-FFF2-40B4-BE49-F238E27FC236}">
                  <a16:creationId xmlns:a16="http://schemas.microsoft.com/office/drawing/2014/main" id="{66A015D9-283A-6968-19F5-0DB68029408C}"/>
                </a:ext>
              </a:extLst>
            </p:cNvPr>
            <p:cNvSpPr/>
            <p:nvPr/>
          </p:nvSpPr>
          <p:spPr>
            <a:xfrm rot="5399996" flipH="1">
              <a:off x="8304969" y="939514"/>
              <a:ext cx="4826541" cy="2947513"/>
            </a:xfrm>
            <a:custGeom>
              <a:avLst/>
              <a:gdLst>
                <a:gd name="f0" fmla="val 10800000"/>
                <a:gd name="f1" fmla="val 5400000"/>
                <a:gd name="f2" fmla="val 180"/>
                <a:gd name="f3" fmla="val w"/>
                <a:gd name="f4" fmla="val h"/>
                <a:gd name="f5" fmla="val 0"/>
                <a:gd name="f6" fmla="val 5324985"/>
                <a:gd name="f7" fmla="val 3251912"/>
                <a:gd name="f8" fmla="val 36826"/>
                <a:gd name="f9" fmla="val 45003"/>
                <a:gd name="f10" fmla="val 152909"/>
                <a:gd name="f11" fmla="val 50351"/>
                <a:gd name="f12" fmla="val 205154"/>
                <a:gd name="f13" fmla="val 58290"/>
                <a:gd name="f14" fmla="val 257123"/>
                <a:gd name="f15" fmla="val 68956"/>
                <a:gd name="f16" fmla="val 308600"/>
                <a:gd name="f17" fmla="val 91393"/>
                <a:gd name="f18" fmla="val 411324"/>
                <a:gd name="f19" fmla="val 123882"/>
                <a:gd name="f20" fmla="val 511847"/>
                <a:gd name="f21" fmla="val 167774"/>
                <a:gd name="f22" fmla="val 607968"/>
                <a:gd name="f23" fmla="val 178195"/>
                <a:gd name="f24" fmla="val 632173"/>
                <a:gd name="f25" fmla="val 190333"/>
                <a:gd name="f26" fmla="val 655798"/>
                <a:gd name="f27" fmla="val 201857"/>
                <a:gd name="f28" fmla="val 679539"/>
                <a:gd name="f29" fmla="val 214363"/>
                <a:gd name="f30" fmla="val 702933"/>
                <a:gd name="f31" fmla="val 226255"/>
                <a:gd name="f32" fmla="val 726557"/>
                <a:gd name="f33" fmla="val 239741"/>
                <a:gd name="f34" fmla="val 749488"/>
                <a:gd name="f35" fmla="val 265488"/>
                <a:gd name="f36" fmla="val 795812"/>
                <a:gd name="f37" fmla="val 294176"/>
                <a:gd name="f38" fmla="val 840746"/>
                <a:gd name="f39" fmla="val 323724"/>
                <a:gd name="f40" fmla="val 885101"/>
                <a:gd name="f41" fmla="val 353149"/>
                <a:gd name="f42" fmla="val 929572"/>
                <a:gd name="f43" fmla="val 384657"/>
                <a:gd name="f44" fmla="val 972885"/>
                <a:gd name="f45" fmla="val 416412"/>
                <a:gd name="f46" fmla="val 1016081"/>
                <a:gd name="f47" fmla="val 448655"/>
                <a:gd name="f48" fmla="val 1058931"/>
                <a:gd name="f49" fmla="val 482127"/>
                <a:gd name="f50" fmla="val 1101202"/>
                <a:gd name="f51" fmla="val 515719"/>
                <a:gd name="f52" fmla="val 1143356"/>
                <a:gd name="f53" fmla="val 583027"/>
                <a:gd name="f54" fmla="val 1227782"/>
                <a:gd name="f55" fmla="val 653402"/>
                <a:gd name="f56" fmla="val 1310470"/>
                <a:gd name="f57" fmla="val 722427"/>
                <a:gd name="f58" fmla="val 1395127"/>
                <a:gd name="f59" fmla="val 757123"/>
                <a:gd name="f60" fmla="val 1437282"/>
                <a:gd name="f61" fmla="val 791697"/>
                <a:gd name="f62" fmla="val 1479783"/>
                <a:gd name="f63" fmla="val 825780"/>
                <a:gd name="f64" fmla="val 1522749"/>
                <a:gd name="f65" fmla="val 859742"/>
                <a:gd name="f66" fmla="val 1565367"/>
                <a:gd name="f67" fmla="val 893457"/>
                <a:gd name="f68" fmla="val 1610649"/>
                <a:gd name="f69" fmla="val 926314"/>
                <a:gd name="f70" fmla="val 1651992"/>
                <a:gd name="f71" fmla="val 958927"/>
                <a:gd name="f72" fmla="val 1694379"/>
                <a:gd name="f73" fmla="val 993132"/>
                <a:gd name="f74" fmla="val 1735492"/>
                <a:gd name="f75" fmla="val 1026848"/>
                <a:gd name="f76" fmla="val 1776836"/>
                <a:gd name="f77" fmla="val 1061545"/>
                <a:gd name="f78" fmla="val 1817485"/>
                <a:gd name="f79" fmla="val 1095996"/>
                <a:gd name="f80" fmla="val 1858133"/>
                <a:gd name="f81" fmla="val 1131918"/>
                <a:gd name="f82" fmla="val 1897393"/>
                <a:gd name="f83" fmla="val 1203273"/>
                <a:gd name="f84" fmla="val 1976376"/>
                <a:gd name="f85" fmla="val 1277447"/>
                <a:gd name="f86" fmla="val 2052463"/>
                <a:gd name="f87" fmla="val 1354688"/>
                <a:gd name="f88" fmla="val 2124728"/>
                <a:gd name="f89" fmla="val 1509411"/>
                <a:gd name="f90" fmla="val 2268911"/>
                <a:gd name="f91" fmla="val 1676396"/>
                <a:gd name="f92" fmla="val 2397575"/>
                <a:gd name="f93" fmla="val 1855027"/>
                <a:gd name="f94" fmla="val 2504236"/>
                <a:gd name="f95" fmla="val 1944528"/>
                <a:gd name="f96" fmla="val 2557277"/>
                <a:gd name="f97" fmla="val 2036357"/>
                <a:gd name="f98" fmla="val 2605917"/>
                <a:gd name="f99" fmla="val 2131618"/>
                <a:gd name="f100" fmla="val 2646913"/>
                <a:gd name="f101" fmla="val 2226267"/>
                <a:gd name="f102" fmla="val 2689068"/>
                <a:gd name="f103" fmla="val 2323981"/>
                <a:gd name="f104" fmla="val 2724622"/>
                <a:gd name="f105" fmla="val 2423534"/>
                <a:gd name="f106" fmla="val 2754732"/>
                <a:gd name="f107" fmla="val 2523087"/>
                <a:gd name="f108" fmla="val 2784958"/>
                <a:gd name="f109" fmla="val 2624602"/>
                <a:gd name="f110" fmla="val 2809394"/>
                <a:gd name="f111" fmla="val 2727588"/>
                <a:gd name="f112" fmla="val 2829197"/>
                <a:gd name="f113" fmla="val 2830698"/>
                <a:gd name="f114" fmla="val 2848653"/>
                <a:gd name="f115" fmla="val 2935522"/>
                <a:gd name="f116" fmla="val 2861971"/>
                <a:gd name="f117" fmla="val 3041083"/>
                <a:gd name="f118" fmla="val 2870890"/>
                <a:gd name="f119" fmla="val 3146644"/>
                <a:gd name="f120" fmla="val 2879922"/>
                <a:gd name="f121" fmla="val 3253307"/>
                <a:gd name="f122" fmla="val 2883860"/>
                <a:gd name="f123" fmla="val 3360340"/>
                <a:gd name="f124" fmla="val 2883976"/>
                <a:gd name="f125" fmla="val 3387067"/>
                <a:gd name="f126" fmla="val 3414162"/>
                <a:gd name="f127" fmla="val 2884439"/>
                <a:gd name="f128" fmla="val 3439663"/>
                <a:gd name="f129" fmla="val 2883396"/>
                <a:gd name="f130" fmla="val 3478529"/>
                <a:gd name="f131" fmla="val 2882471"/>
                <a:gd name="f132" fmla="val 3517271"/>
                <a:gd name="f133" fmla="val 2880616"/>
                <a:gd name="f134" fmla="val 3568887"/>
                <a:gd name="f135" fmla="val 2878417"/>
                <a:gd name="f136" fmla="val 3620257"/>
                <a:gd name="f137" fmla="val 2873552"/>
                <a:gd name="f138" fmla="val 3671260"/>
                <a:gd name="f139" fmla="val 2867878"/>
                <a:gd name="f140" fmla="val 3875515"/>
                <a:gd name="f141" fmla="val 2844253"/>
                <a:gd name="f142" fmla="val 4074253"/>
                <a:gd name="f143" fmla="val 2792486"/>
                <a:gd name="f144" fmla="val 4265268"/>
                <a:gd name="f145" fmla="val 2716283"/>
                <a:gd name="f146" fmla="val 4361020"/>
                <a:gd name="f147" fmla="val 2678529"/>
                <a:gd name="f148" fmla="val 4454444"/>
                <a:gd name="f149" fmla="val 2633710"/>
                <a:gd name="f150" fmla="val 4546395"/>
                <a:gd name="f151" fmla="val 2584724"/>
                <a:gd name="f152" fmla="val 4638470"/>
                <a:gd name="f153" fmla="val 2535967"/>
                <a:gd name="f154" fmla="val 4728827"/>
                <a:gd name="f155" fmla="val 2481885"/>
                <a:gd name="f156" fmla="val 4817837"/>
                <a:gd name="f157" fmla="val 2424674"/>
                <a:gd name="f158" fmla="val 4906846"/>
                <a:gd name="f159" fmla="val 2367348"/>
                <a:gd name="f160" fmla="val 4994385"/>
                <a:gd name="f161" fmla="val 2306317"/>
                <a:gd name="f162" fmla="val 5081677"/>
                <a:gd name="f163" fmla="val 2243548"/>
                <a:gd name="f164" fmla="val 5125201"/>
                <a:gd name="f165" fmla="val 2212164"/>
                <a:gd name="f166" fmla="val 5168603"/>
                <a:gd name="f167" fmla="val 2179969"/>
                <a:gd name="f168" fmla="val 5211881"/>
                <a:gd name="f169" fmla="val 2147658"/>
                <a:gd name="f170" fmla="val 2062128"/>
                <a:gd name="f171" fmla="val 2514993"/>
                <a:gd name="f172" fmla="val 5314867"/>
                <a:gd name="f173" fmla="val 2522881"/>
                <a:gd name="f174" fmla="val 5225490"/>
                <a:gd name="f175" fmla="val 2591325"/>
                <a:gd name="f176" fmla="val 5133783"/>
                <a:gd name="f177" fmla="val 2658379"/>
                <a:gd name="f178" fmla="val 5038276"/>
                <a:gd name="f179" fmla="val 2722421"/>
                <a:gd name="f180" fmla="val 4942892"/>
                <a:gd name="f181" fmla="val 2786348"/>
                <a:gd name="f182" fmla="val 4844810"/>
                <a:gd name="f183" fmla="val 2848422"/>
                <a:gd name="f184" fmla="val 4741701"/>
                <a:gd name="f185" fmla="val 2904937"/>
                <a:gd name="f186" fmla="val 4638592"/>
                <a:gd name="f187" fmla="val 2961337"/>
                <a:gd name="f188" fmla="val 4531929"/>
                <a:gd name="f189" fmla="val 3013683"/>
                <a:gd name="f190" fmla="val 4420728"/>
                <a:gd name="f191" fmla="val 3058848"/>
                <a:gd name="f192" fmla="val 4199063"/>
                <a:gd name="f193" fmla="val 3150338"/>
                <a:gd name="f194" fmla="val 3959621"/>
                <a:gd name="f195" fmla="val 3211485"/>
                <a:gd name="f196" fmla="val 3717481"/>
                <a:gd name="f197" fmla="val 3237079"/>
                <a:gd name="f198" fmla="val 3656914"/>
                <a:gd name="f199" fmla="val 3243101"/>
                <a:gd name="f200" fmla="val 3596227"/>
                <a:gd name="f201" fmla="val 3247966"/>
                <a:gd name="f202" fmla="val 3535661"/>
                <a:gd name="f203" fmla="val 3249934"/>
                <a:gd name="f204" fmla="val 3490175"/>
                <a:gd name="f205" fmla="val 3251555"/>
                <a:gd name="f206" fmla="val 3444813"/>
                <a:gd name="f207" fmla="val 3251787"/>
                <a:gd name="f208" fmla="val 3252250"/>
                <a:gd name="f209" fmla="val 3385105"/>
                <a:gd name="f210" fmla="val 3251324"/>
                <a:gd name="f211" fmla="val 3355681"/>
                <a:gd name="f212" fmla="val 3250745"/>
                <a:gd name="f213" fmla="val 3296954"/>
                <a:gd name="f214" fmla="val 3250050"/>
                <a:gd name="f215" fmla="val 3237860"/>
                <a:gd name="f216" fmla="val 3246692"/>
                <a:gd name="f217" fmla="val 3179011"/>
                <a:gd name="f218" fmla="val 3243795"/>
                <a:gd name="f219" fmla="val 3120039"/>
                <a:gd name="f220" fmla="val 3239164"/>
                <a:gd name="f221" fmla="val 3061067"/>
                <a:gd name="f222" fmla="val 3234878"/>
                <a:gd name="f223" fmla="val 3002217"/>
                <a:gd name="f224" fmla="val 3227814"/>
                <a:gd name="f225" fmla="val 2884397"/>
                <a:gd name="f226" fmla="val 3214496"/>
                <a:gd name="f227" fmla="val 2766699"/>
                <a:gd name="f228" fmla="val 3196314"/>
                <a:gd name="f229" fmla="val 2650103"/>
                <a:gd name="f230" fmla="val 3170836"/>
                <a:gd name="f231" fmla="val 2533510"/>
                <a:gd name="f232" fmla="val 3145358"/>
                <a:gd name="f233" fmla="val 2418263"/>
                <a:gd name="f234" fmla="val 3112583"/>
                <a:gd name="f235" fmla="val 2305836"/>
                <a:gd name="f236" fmla="val 3072514"/>
                <a:gd name="f237" fmla="val 2193410"/>
                <a:gd name="f238" fmla="val 3032328"/>
                <a:gd name="f239" fmla="val 2083926"/>
                <a:gd name="f240" fmla="val 2984383"/>
                <a:gd name="f241" fmla="val 1978611"/>
                <a:gd name="f242" fmla="val 2929952"/>
                <a:gd name="f243" fmla="val 1873663"/>
                <a:gd name="f244" fmla="val 2874711"/>
                <a:gd name="f245" fmla="val 1772884"/>
                <a:gd name="f246" fmla="val 2812985"/>
                <a:gd name="f247" fmla="val 1678235"/>
                <a:gd name="f248" fmla="val 2744424"/>
                <a:gd name="f249" fmla="val 1488201"/>
                <a:gd name="f250" fmla="val 2608001"/>
                <a:gd name="f251" fmla="val 1321708"/>
                <a:gd name="f252" fmla="val 2448068"/>
                <a:gd name="f253" fmla="val 1175688"/>
                <a:gd name="f254" fmla="val 2277018"/>
                <a:gd name="f255" fmla="val 1102985"/>
                <a:gd name="f256" fmla="val 2191086"/>
                <a:gd name="f257" fmla="val 1035309"/>
                <a:gd name="f258" fmla="val 2102377"/>
                <a:gd name="f259" fmla="val 971310"/>
                <a:gd name="f260" fmla="val 2012044"/>
                <a:gd name="f261" fmla="val 907188"/>
                <a:gd name="f262" fmla="val 1921714"/>
                <a:gd name="f263" fmla="val 847358"/>
                <a:gd name="f264" fmla="val 1829413"/>
                <a:gd name="f265" fmla="val 790717"/>
                <a:gd name="f266" fmla="val 1735723"/>
                <a:gd name="f267" fmla="val 761782"/>
                <a:gd name="f268" fmla="val 1688357"/>
                <a:gd name="f269" fmla="val 735300"/>
                <a:gd name="f270" fmla="val 1644002"/>
                <a:gd name="f271" fmla="val 706488"/>
                <a:gd name="f272" fmla="val 1598604"/>
                <a:gd name="f273" fmla="val 677922"/>
                <a:gd name="f274" fmla="val 1553555"/>
                <a:gd name="f275" fmla="val 648866"/>
                <a:gd name="f276" fmla="val 1508505"/>
                <a:gd name="f277" fmla="val 618951"/>
                <a:gd name="f278" fmla="val 1463802"/>
                <a:gd name="f279" fmla="val 436273"/>
                <a:gd name="f280" fmla="val 1195355"/>
                <a:gd name="f281" fmla="val 405990"/>
                <a:gd name="f282" fmla="val 1150189"/>
                <a:gd name="f283" fmla="val 376075"/>
                <a:gd name="f284" fmla="val 1104792"/>
                <a:gd name="f285" fmla="val 346896"/>
                <a:gd name="f286" fmla="val 1058816"/>
                <a:gd name="f287" fmla="val 317716"/>
                <a:gd name="f288" fmla="val 1012838"/>
                <a:gd name="f289" fmla="val 288782"/>
                <a:gd name="f290" fmla="val 966747"/>
                <a:gd name="f291" fmla="val 261809"/>
                <a:gd name="f292" fmla="val 919264"/>
                <a:gd name="f293" fmla="val 207742"/>
                <a:gd name="f294" fmla="val 824764"/>
                <a:gd name="f295" fmla="val 158088"/>
                <a:gd name="f296" fmla="val 727485"/>
                <a:gd name="f297" fmla="val 118487"/>
                <a:gd name="f298" fmla="val 626498"/>
                <a:gd name="f299" fmla="val 78151"/>
                <a:gd name="f300" fmla="val 525859"/>
                <a:gd name="f301" fmla="val 48237"/>
                <a:gd name="f302" fmla="val 421515"/>
                <a:gd name="f303" fmla="val 28130"/>
                <a:gd name="f304" fmla="val 315781"/>
                <a:gd name="f305" fmla="val 18506"/>
                <a:gd name="f306" fmla="val 262914"/>
                <a:gd name="f307" fmla="val 11425"/>
                <a:gd name="f308" fmla="val 209642"/>
                <a:gd name="f309" fmla="val 6751"/>
                <a:gd name="f310" fmla="val 156195"/>
                <a:gd name="f311" fmla="+- 0 0 -90"/>
                <a:gd name="f312" fmla="*/ f3 1 5324985"/>
                <a:gd name="f313" fmla="*/ f4 1 3251912"/>
                <a:gd name="f314" fmla="+- f7 0 f5"/>
                <a:gd name="f315" fmla="+- f6 0 f5"/>
                <a:gd name="f316" fmla="*/ f311 f0 1"/>
                <a:gd name="f317" fmla="*/ f315 1 5324985"/>
                <a:gd name="f318" fmla="*/ f314 1 3251912"/>
                <a:gd name="f319" fmla="*/ 0 f315 1"/>
                <a:gd name="f320" fmla="*/ 0 f314 1"/>
                <a:gd name="f321" fmla="*/ 36826 f315 1"/>
                <a:gd name="f322" fmla="*/ 45003 f315 1"/>
                <a:gd name="f323" fmla="*/ 152909 f314 1"/>
                <a:gd name="f324" fmla="*/ 68956 f315 1"/>
                <a:gd name="f325" fmla="*/ 308600 f314 1"/>
                <a:gd name="f326" fmla="*/ 167774 f315 1"/>
                <a:gd name="f327" fmla="*/ 607968 f314 1"/>
                <a:gd name="f328" fmla="*/ 201857 f315 1"/>
                <a:gd name="f329" fmla="*/ 679539 f314 1"/>
                <a:gd name="f330" fmla="*/ 239741 f315 1"/>
                <a:gd name="f331" fmla="*/ 749488 f314 1"/>
                <a:gd name="f332" fmla="*/ 323724 f315 1"/>
                <a:gd name="f333" fmla="*/ 885101 f314 1"/>
                <a:gd name="f334" fmla="*/ 416412 f315 1"/>
                <a:gd name="f335" fmla="*/ 1016081 f314 1"/>
                <a:gd name="f336" fmla="*/ 515719 f315 1"/>
                <a:gd name="f337" fmla="*/ 1143356 f314 1"/>
                <a:gd name="f338" fmla="*/ 722427 f315 1"/>
                <a:gd name="f339" fmla="*/ 1395127 f314 1"/>
                <a:gd name="f340" fmla="*/ 825780 f315 1"/>
                <a:gd name="f341" fmla="*/ 1522749 f314 1"/>
                <a:gd name="f342" fmla="*/ 926314 f315 1"/>
                <a:gd name="f343" fmla="*/ 1651992 f314 1"/>
                <a:gd name="f344" fmla="*/ 1026848 f315 1"/>
                <a:gd name="f345" fmla="*/ 1776836 f314 1"/>
                <a:gd name="f346" fmla="*/ 1131918 f315 1"/>
                <a:gd name="f347" fmla="*/ 1897393 f314 1"/>
                <a:gd name="f348" fmla="*/ 1354688 f315 1"/>
                <a:gd name="f349" fmla="*/ 2124728 f314 1"/>
                <a:gd name="f350" fmla="*/ 1855027 f315 1"/>
                <a:gd name="f351" fmla="*/ 2504236 f314 1"/>
                <a:gd name="f352" fmla="*/ 2131618 f315 1"/>
                <a:gd name="f353" fmla="*/ 2646913 f314 1"/>
                <a:gd name="f354" fmla="*/ 2423534 f315 1"/>
                <a:gd name="f355" fmla="*/ 2754732 f314 1"/>
                <a:gd name="f356" fmla="*/ 2727588 f315 1"/>
                <a:gd name="f357" fmla="*/ 2829197 f314 1"/>
                <a:gd name="f358" fmla="*/ 3041083 f315 1"/>
                <a:gd name="f359" fmla="*/ 2870890 f314 1"/>
                <a:gd name="f360" fmla="*/ 3360340 f315 1"/>
                <a:gd name="f361" fmla="*/ 2883976 f314 1"/>
                <a:gd name="f362" fmla="*/ 3439663 f315 1"/>
                <a:gd name="f363" fmla="*/ 2883396 f314 1"/>
                <a:gd name="f364" fmla="*/ 3478529 f315 1"/>
                <a:gd name="f365" fmla="*/ 2882471 f314 1"/>
                <a:gd name="f366" fmla="*/ 3517271 f315 1"/>
                <a:gd name="f367" fmla="*/ 2880616 f314 1"/>
                <a:gd name="f368" fmla="*/ 3671260 f315 1"/>
                <a:gd name="f369" fmla="*/ 2867878 f314 1"/>
                <a:gd name="f370" fmla="*/ 4265268 f315 1"/>
                <a:gd name="f371" fmla="*/ 2716283 f314 1"/>
                <a:gd name="f372" fmla="*/ 4546395 f315 1"/>
                <a:gd name="f373" fmla="*/ 2584724 f314 1"/>
                <a:gd name="f374" fmla="*/ 4817837 f315 1"/>
                <a:gd name="f375" fmla="*/ 2424674 f314 1"/>
                <a:gd name="f376" fmla="*/ 5081677 f315 1"/>
                <a:gd name="f377" fmla="*/ 2243548 f314 1"/>
                <a:gd name="f378" fmla="*/ 5211881 f315 1"/>
                <a:gd name="f379" fmla="*/ 2147658 f314 1"/>
                <a:gd name="f380" fmla="*/ 5324985 f315 1"/>
                <a:gd name="f381" fmla="*/ 2062128 f314 1"/>
                <a:gd name="f382" fmla="*/ 2514993 f314 1"/>
                <a:gd name="f383" fmla="*/ 5314867 f315 1"/>
                <a:gd name="f384" fmla="*/ 2522881 f314 1"/>
                <a:gd name="f385" fmla="*/ 5038276 f315 1"/>
                <a:gd name="f386" fmla="*/ 2722421 f314 1"/>
                <a:gd name="f387" fmla="*/ 4741701 f315 1"/>
                <a:gd name="f388" fmla="*/ 2904937 f314 1"/>
                <a:gd name="f389" fmla="*/ 4420728 f315 1"/>
                <a:gd name="f390" fmla="*/ 3058848 f314 1"/>
                <a:gd name="f391" fmla="*/ 3717481 f315 1"/>
                <a:gd name="f392" fmla="*/ 3237079 f314 1"/>
                <a:gd name="f393" fmla="*/ 3535661 f315 1"/>
                <a:gd name="f394" fmla="*/ 3249934 f314 1"/>
                <a:gd name="f395" fmla="*/ 3490175 f315 1"/>
                <a:gd name="f396" fmla="*/ 3251555 f314 1"/>
                <a:gd name="f397" fmla="*/ 3444813 f315 1"/>
                <a:gd name="f398" fmla="*/ 3251787 f314 1"/>
                <a:gd name="f399" fmla="*/ 3355681 f315 1"/>
                <a:gd name="f400" fmla="*/ 3250745 f314 1"/>
                <a:gd name="f401" fmla="*/ 3179011 f315 1"/>
                <a:gd name="f402" fmla="*/ 3243795 f314 1"/>
                <a:gd name="f403" fmla="*/ 3002217 f315 1"/>
                <a:gd name="f404" fmla="*/ 3227814 f314 1"/>
                <a:gd name="f405" fmla="*/ 2650103 f315 1"/>
                <a:gd name="f406" fmla="*/ 3170836 f314 1"/>
                <a:gd name="f407" fmla="*/ 2305836 f315 1"/>
                <a:gd name="f408" fmla="*/ 3072514 f314 1"/>
                <a:gd name="f409" fmla="*/ 1978611 f315 1"/>
                <a:gd name="f410" fmla="*/ 2929952 f314 1"/>
                <a:gd name="f411" fmla="*/ 1678235 f315 1"/>
                <a:gd name="f412" fmla="*/ 2744424 f314 1"/>
                <a:gd name="f413" fmla="*/ 1175688 f315 1"/>
                <a:gd name="f414" fmla="*/ 2277018 f314 1"/>
                <a:gd name="f415" fmla="*/ 971310 f315 1"/>
                <a:gd name="f416" fmla="*/ 2012044 f314 1"/>
                <a:gd name="f417" fmla="*/ 790717 f315 1"/>
                <a:gd name="f418" fmla="*/ 1735723 f314 1"/>
                <a:gd name="f419" fmla="*/ 706488 f315 1"/>
                <a:gd name="f420" fmla="*/ 1598604 f314 1"/>
                <a:gd name="f421" fmla="*/ 618951 f315 1"/>
                <a:gd name="f422" fmla="*/ 1463802 f314 1"/>
                <a:gd name="f423" fmla="*/ 436273 f315 1"/>
                <a:gd name="f424" fmla="*/ 1195355 f314 1"/>
                <a:gd name="f425" fmla="*/ 346896 f315 1"/>
                <a:gd name="f426" fmla="*/ 1058816 f314 1"/>
                <a:gd name="f427" fmla="*/ 261809 f315 1"/>
                <a:gd name="f428" fmla="*/ 919264 f314 1"/>
                <a:gd name="f429" fmla="*/ 118487 f315 1"/>
                <a:gd name="f430" fmla="*/ 626498 f314 1"/>
                <a:gd name="f431" fmla="*/ 28130 f315 1"/>
                <a:gd name="f432" fmla="*/ 315781 f314 1"/>
                <a:gd name="f433" fmla="*/ 6751 f315 1"/>
                <a:gd name="f434" fmla="*/ 156195 f314 1"/>
                <a:gd name="f435" fmla="*/ f316 1 f2"/>
                <a:gd name="f436" fmla="*/ f319 1 5324985"/>
                <a:gd name="f437" fmla="*/ f320 1 3251912"/>
                <a:gd name="f438" fmla="*/ f321 1 5324985"/>
                <a:gd name="f439" fmla="*/ f322 1 5324985"/>
                <a:gd name="f440" fmla="*/ f323 1 3251912"/>
                <a:gd name="f441" fmla="*/ f324 1 5324985"/>
                <a:gd name="f442" fmla="*/ f325 1 3251912"/>
                <a:gd name="f443" fmla="*/ f326 1 5324985"/>
                <a:gd name="f444" fmla="*/ f327 1 3251912"/>
                <a:gd name="f445" fmla="*/ f328 1 5324985"/>
                <a:gd name="f446" fmla="*/ f329 1 3251912"/>
                <a:gd name="f447" fmla="*/ f330 1 5324985"/>
                <a:gd name="f448" fmla="*/ f331 1 3251912"/>
                <a:gd name="f449" fmla="*/ f332 1 5324985"/>
                <a:gd name="f450" fmla="*/ f333 1 3251912"/>
                <a:gd name="f451" fmla="*/ f334 1 5324985"/>
                <a:gd name="f452" fmla="*/ f335 1 3251912"/>
                <a:gd name="f453" fmla="*/ f336 1 5324985"/>
                <a:gd name="f454" fmla="*/ f337 1 3251912"/>
                <a:gd name="f455" fmla="*/ f338 1 5324985"/>
                <a:gd name="f456" fmla="*/ f339 1 3251912"/>
                <a:gd name="f457" fmla="*/ f340 1 5324985"/>
                <a:gd name="f458" fmla="*/ f341 1 3251912"/>
                <a:gd name="f459" fmla="*/ f342 1 5324985"/>
                <a:gd name="f460" fmla="*/ f343 1 3251912"/>
                <a:gd name="f461" fmla="*/ f344 1 5324985"/>
                <a:gd name="f462" fmla="*/ f345 1 3251912"/>
                <a:gd name="f463" fmla="*/ f346 1 5324985"/>
                <a:gd name="f464" fmla="*/ f347 1 3251912"/>
                <a:gd name="f465" fmla="*/ f348 1 5324985"/>
                <a:gd name="f466" fmla="*/ f349 1 3251912"/>
                <a:gd name="f467" fmla="*/ f350 1 5324985"/>
                <a:gd name="f468" fmla="*/ f351 1 3251912"/>
                <a:gd name="f469" fmla="*/ f352 1 5324985"/>
                <a:gd name="f470" fmla="*/ f353 1 3251912"/>
                <a:gd name="f471" fmla="*/ f354 1 5324985"/>
                <a:gd name="f472" fmla="*/ f355 1 3251912"/>
                <a:gd name="f473" fmla="*/ f356 1 5324985"/>
                <a:gd name="f474" fmla="*/ f357 1 3251912"/>
                <a:gd name="f475" fmla="*/ f358 1 5324985"/>
                <a:gd name="f476" fmla="*/ f359 1 3251912"/>
                <a:gd name="f477" fmla="*/ f360 1 5324985"/>
                <a:gd name="f478" fmla="*/ f361 1 3251912"/>
                <a:gd name="f479" fmla="*/ f362 1 5324985"/>
                <a:gd name="f480" fmla="*/ f363 1 3251912"/>
                <a:gd name="f481" fmla="*/ f364 1 5324985"/>
                <a:gd name="f482" fmla="*/ f365 1 3251912"/>
                <a:gd name="f483" fmla="*/ f366 1 5324985"/>
                <a:gd name="f484" fmla="*/ f367 1 3251912"/>
                <a:gd name="f485" fmla="*/ f368 1 5324985"/>
                <a:gd name="f486" fmla="*/ f369 1 3251912"/>
                <a:gd name="f487" fmla="*/ f370 1 5324985"/>
                <a:gd name="f488" fmla="*/ f371 1 3251912"/>
                <a:gd name="f489" fmla="*/ f372 1 5324985"/>
                <a:gd name="f490" fmla="*/ f373 1 3251912"/>
                <a:gd name="f491" fmla="*/ f374 1 5324985"/>
                <a:gd name="f492" fmla="*/ f375 1 3251912"/>
                <a:gd name="f493" fmla="*/ f376 1 5324985"/>
                <a:gd name="f494" fmla="*/ f377 1 3251912"/>
                <a:gd name="f495" fmla="*/ f378 1 5324985"/>
                <a:gd name="f496" fmla="*/ f379 1 3251912"/>
                <a:gd name="f497" fmla="*/ f380 1 5324985"/>
                <a:gd name="f498" fmla="*/ f381 1 3251912"/>
                <a:gd name="f499" fmla="*/ f382 1 3251912"/>
                <a:gd name="f500" fmla="*/ f383 1 5324985"/>
                <a:gd name="f501" fmla="*/ f384 1 3251912"/>
                <a:gd name="f502" fmla="*/ f385 1 5324985"/>
                <a:gd name="f503" fmla="*/ f386 1 3251912"/>
                <a:gd name="f504" fmla="*/ f387 1 5324985"/>
                <a:gd name="f505" fmla="*/ f388 1 3251912"/>
                <a:gd name="f506" fmla="*/ f389 1 5324985"/>
                <a:gd name="f507" fmla="*/ f390 1 3251912"/>
                <a:gd name="f508" fmla="*/ f391 1 5324985"/>
                <a:gd name="f509" fmla="*/ f392 1 3251912"/>
                <a:gd name="f510" fmla="*/ f393 1 5324985"/>
                <a:gd name="f511" fmla="*/ f394 1 3251912"/>
                <a:gd name="f512" fmla="*/ f395 1 5324985"/>
                <a:gd name="f513" fmla="*/ f396 1 3251912"/>
                <a:gd name="f514" fmla="*/ f397 1 5324985"/>
                <a:gd name="f515" fmla="*/ f398 1 3251912"/>
                <a:gd name="f516" fmla="*/ f399 1 5324985"/>
                <a:gd name="f517" fmla="*/ f400 1 3251912"/>
                <a:gd name="f518" fmla="*/ f401 1 5324985"/>
                <a:gd name="f519" fmla="*/ f402 1 3251912"/>
                <a:gd name="f520" fmla="*/ f403 1 5324985"/>
                <a:gd name="f521" fmla="*/ f404 1 3251912"/>
                <a:gd name="f522" fmla="*/ f405 1 5324985"/>
                <a:gd name="f523" fmla="*/ f406 1 3251912"/>
                <a:gd name="f524" fmla="*/ f407 1 5324985"/>
                <a:gd name="f525" fmla="*/ f408 1 3251912"/>
                <a:gd name="f526" fmla="*/ f409 1 5324985"/>
                <a:gd name="f527" fmla="*/ f410 1 3251912"/>
                <a:gd name="f528" fmla="*/ f411 1 5324985"/>
                <a:gd name="f529" fmla="*/ f412 1 3251912"/>
                <a:gd name="f530" fmla="*/ f413 1 5324985"/>
                <a:gd name="f531" fmla="*/ f414 1 3251912"/>
                <a:gd name="f532" fmla="*/ f415 1 5324985"/>
                <a:gd name="f533" fmla="*/ f416 1 3251912"/>
                <a:gd name="f534" fmla="*/ f417 1 5324985"/>
                <a:gd name="f535" fmla="*/ f418 1 3251912"/>
                <a:gd name="f536" fmla="*/ f419 1 5324985"/>
                <a:gd name="f537" fmla="*/ f420 1 3251912"/>
                <a:gd name="f538" fmla="*/ f421 1 5324985"/>
                <a:gd name="f539" fmla="*/ f422 1 3251912"/>
                <a:gd name="f540" fmla="*/ f423 1 5324985"/>
                <a:gd name="f541" fmla="*/ f424 1 3251912"/>
                <a:gd name="f542" fmla="*/ f425 1 5324985"/>
                <a:gd name="f543" fmla="*/ f426 1 3251912"/>
                <a:gd name="f544" fmla="*/ f427 1 5324985"/>
                <a:gd name="f545" fmla="*/ f428 1 3251912"/>
                <a:gd name="f546" fmla="*/ f429 1 5324985"/>
                <a:gd name="f547" fmla="*/ f430 1 3251912"/>
                <a:gd name="f548" fmla="*/ f431 1 5324985"/>
                <a:gd name="f549" fmla="*/ f432 1 3251912"/>
                <a:gd name="f550" fmla="*/ f433 1 5324985"/>
                <a:gd name="f551" fmla="*/ f434 1 3251912"/>
                <a:gd name="f552" fmla="*/ f5 1 f317"/>
                <a:gd name="f553" fmla="*/ f6 1 f317"/>
                <a:gd name="f554" fmla="*/ f5 1 f318"/>
                <a:gd name="f555" fmla="*/ f7 1 f318"/>
                <a:gd name="f556" fmla="+- f435 0 f1"/>
                <a:gd name="f557" fmla="*/ f436 1 f317"/>
                <a:gd name="f558" fmla="*/ f437 1 f318"/>
                <a:gd name="f559" fmla="*/ f438 1 f317"/>
                <a:gd name="f560" fmla="*/ f439 1 f317"/>
                <a:gd name="f561" fmla="*/ f440 1 f318"/>
                <a:gd name="f562" fmla="*/ f441 1 f317"/>
                <a:gd name="f563" fmla="*/ f442 1 f318"/>
                <a:gd name="f564" fmla="*/ f443 1 f317"/>
                <a:gd name="f565" fmla="*/ f444 1 f318"/>
                <a:gd name="f566" fmla="*/ f445 1 f317"/>
                <a:gd name="f567" fmla="*/ f446 1 f318"/>
                <a:gd name="f568" fmla="*/ f447 1 f317"/>
                <a:gd name="f569" fmla="*/ f448 1 f318"/>
                <a:gd name="f570" fmla="*/ f449 1 f317"/>
                <a:gd name="f571" fmla="*/ f450 1 f318"/>
                <a:gd name="f572" fmla="*/ f451 1 f317"/>
                <a:gd name="f573" fmla="*/ f452 1 f318"/>
                <a:gd name="f574" fmla="*/ f453 1 f317"/>
                <a:gd name="f575" fmla="*/ f454 1 f318"/>
                <a:gd name="f576" fmla="*/ f455 1 f317"/>
                <a:gd name="f577" fmla="*/ f456 1 f318"/>
                <a:gd name="f578" fmla="*/ f457 1 f317"/>
                <a:gd name="f579" fmla="*/ f458 1 f318"/>
                <a:gd name="f580" fmla="*/ f459 1 f317"/>
                <a:gd name="f581" fmla="*/ f460 1 f318"/>
                <a:gd name="f582" fmla="*/ f461 1 f317"/>
                <a:gd name="f583" fmla="*/ f462 1 f318"/>
                <a:gd name="f584" fmla="*/ f463 1 f317"/>
                <a:gd name="f585" fmla="*/ f464 1 f318"/>
                <a:gd name="f586" fmla="*/ f465 1 f317"/>
                <a:gd name="f587" fmla="*/ f466 1 f318"/>
                <a:gd name="f588" fmla="*/ f467 1 f317"/>
                <a:gd name="f589" fmla="*/ f468 1 f318"/>
                <a:gd name="f590" fmla="*/ f469 1 f317"/>
                <a:gd name="f591" fmla="*/ f470 1 f318"/>
                <a:gd name="f592" fmla="*/ f471 1 f317"/>
                <a:gd name="f593" fmla="*/ f472 1 f318"/>
                <a:gd name="f594" fmla="*/ f473 1 f317"/>
                <a:gd name="f595" fmla="*/ f474 1 f318"/>
                <a:gd name="f596" fmla="*/ f475 1 f317"/>
                <a:gd name="f597" fmla="*/ f476 1 f318"/>
                <a:gd name="f598" fmla="*/ f477 1 f317"/>
                <a:gd name="f599" fmla="*/ f478 1 f318"/>
                <a:gd name="f600" fmla="*/ f479 1 f317"/>
                <a:gd name="f601" fmla="*/ f480 1 f318"/>
                <a:gd name="f602" fmla="*/ f481 1 f317"/>
                <a:gd name="f603" fmla="*/ f482 1 f318"/>
                <a:gd name="f604" fmla="*/ f483 1 f317"/>
                <a:gd name="f605" fmla="*/ f484 1 f318"/>
                <a:gd name="f606" fmla="*/ f485 1 f317"/>
                <a:gd name="f607" fmla="*/ f486 1 f318"/>
                <a:gd name="f608" fmla="*/ f487 1 f317"/>
                <a:gd name="f609" fmla="*/ f488 1 f318"/>
                <a:gd name="f610" fmla="*/ f489 1 f317"/>
                <a:gd name="f611" fmla="*/ f490 1 f318"/>
                <a:gd name="f612" fmla="*/ f491 1 f317"/>
                <a:gd name="f613" fmla="*/ f492 1 f318"/>
                <a:gd name="f614" fmla="*/ f493 1 f317"/>
                <a:gd name="f615" fmla="*/ f494 1 f318"/>
                <a:gd name="f616" fmla="*/ f495 1 f317"/>
                <a:gd name="f617" fmla="*/ f496 1 f318"/>
                <a:gd name="f618" fmla="*/ f497 1 f317"/>
                <a:gd name="f619" fmla="*/ f498 1 f318"/>
                <a:gd name="f620" fmla="*/ f499 1 f318"/>
                <a:gd name="f621" fmla="*/ f500 1 f317"/>
                <a:gd name="f622" fmla="*/ f501 1 f318"/>
                <a:gd name="f623" fmla="*/ f502 1 f317"/>
                <a:gd name="f624" fmla="*/ f503 1 f318"/>
                <a:gd name="f625" fmla="*/ f504 1 f317"/>
                <a:gd name="f626" fmla="*/ f505 1 f318"/>
                <a:gd name="f627" fmla="*/ f506 1 f317"/>
                <a:gd name="f628" fmla="*/ f507 1 f318"/>
                <a:gd name="f629" fmla="*/ f508 1 f317"/>
                <a:gd name="f630" fmla="*/ f509 1 f318"/>
                <a:gd name="f631" fmla="*/ f510 1 f317"/>
                <a:gd name="f632" fmla="*/ f511 1 f318"/>
                <a:gd name="f633" fmla="*/ f512 1 f317"/>
                <a:gd name="f634" fmla="*/ f513 1 f318"/>
                <a:gd name="f635" fmla="*/ f514 1 f317"/>
                <a:gd name="f636" fmla="*/ f515 1 f318"/>
                <a:gd name="f637" fmla="*/ f516 1 f317"/>
                <a:gd name="f638" fmla="*/ f517 1 f318"/>
                <a:gd name="f639" fmla="*/ f518 1 f317"/>
                <a:gd name="f640" fmla="*/ f519 1 f318"/>
                <a:gd name="f641" fmla="*/ f520 1 f317"/>
                <a:gd name="f642" fmla="*/ f521 1 f318"/>
                <a:gd name="f643" fmla="*/ f522 1 f317"/>
                <a:gd name="f644" fmla="*/ f523 1 f318"/>
                <a:gd name="f645" fmla="*/ f524 1 f317"/>
                <a:gd name="f646" fmla="*/ f525 1 f318"/>
                <a:gd name="f647" fmla="*/ f526 1 f317"/>
                <a:gd name="f648" fmla="*/ f527 1 f318"/>
                <a:gd name="f649" fmla="*/ f528 1 f317"/>
                <a:gd name="f650" fmla="*/ f529 1 f318"/>
                <a:gd name="f651" fmla="*/ f530 1 f317"/>
                <a:gd name="f652" fmla="*/ f531 1 f318"/>
                <a:gd name="f653" fmla="*/ f532 1 f317"/>
                <a:gd name="f654" fmla="*/ f533 1 f318"/>
                <a:gd name="f655" fmla="*/ f534 1 f317"/>
                <a:gd name="f656" fmla="*/ f535 1 f318"/>
                <a:gd name="f657" fmla="*/ f536 1 f317"/>
                <a:gd name="f658" fmla="*/ f537 1 f318"/>
                <a:gd name="f659" fmla="*/ f538 1 f317"/>
                <a:gd name="f660" fmla="*/ f539 1 f318"/>
                <a:gd name="f661" fmla="*/ f540 1 f317"/>
                <a:gd name="f662" fmla="*/ f541 1 f318"/>
                <a:gd name="f663" fmla="*/ f542 1 f317"/>
                <a:gd name="f664" fmla="*/ f543 1 f318"/>
                <a:gd name="f665" fmla="*/ f544 1 f317"/>
                <a:gd name="f666" fmla="*/ f545 1 f318"/>
                <a:gd name="f667" fmla="*/ f546 1 f317"/>
                <a:gd name="f668" fmla="*/ f547 1 f318"/>
                <a:gd name="f669" fmla="*/ f548 1 f317"/>
                <a:gd name="f670" fmla="*/ f549 1 f318"/>
                <a:gd name="f671" fmla="*/ f550 1 f317"/>
                <a:gd name="f672" fmla="*/ f551 1 f318"/>
                <a:gd name="f673" fmla="*/ f552 f312 1"/>
                <a:gd name="f674" fmla="*/ f553 f312 1"/>
                <a:gd name="f675" fmla="*/ f555 f313 1"/>
                <a:gd name="f676" fmla="*/ f554 f313 1"/>
                <a:gd name="f677" fmla="*/ f557 f312 1"/>
                <a:gd name="f678" fmla="*/ f558 f313 1"/>
                <a:gd name="f679" fmla="*/ f559 f312 1"/>
                <a:gd name="f680" fmla="*/ f560 f312 1"/>
                <a:gd name="f681" fmla="*/ f561 f313 1"/>
                <a:gd name="f682" fmla="*/ f562 f312 1"/>
                <a:gd name="f683" fmla="*/ f563 f313 1"/>
                <a:gd name="f684" fmla="*/ f564 f312 1"/>
                <a:gd name="f685" fmla="*/ f565 f313 1"/>
                <a:gd name="f686" fmla="*/ f566 f312 1"/>
                <a:gd name="f687" fmla="*/ f567 f313 1"/>
                <a:gd name="f688" fmla="*/ f568 f312 1"/>
                <a:gd name="f689" fmla="*/ f569 f313 1"/>
                <a:gd name="f690" fmla="*/ f570 f312 1"/>
                <a:gd name="f691" fmla="*/ f571 f313 1"/>
                <a:gd name="f692" fmla="*/ f572 f312 1"/>
                <a:gd name="f693" fmla="*/ f573 f313 1"/>
                <a:gd name="f694" fmla="*/ f574 f312 1"/>
                <a:gd name="f695" fmla="*/ f575 f313 1"/>
                <a:gd name="f696" fmla="*/ f576 f312 1"/>
                <a:gd name="f697" fmla="*/ f577 f313 1"/>
                <a:gd name="f698" fmla="*/ f578 f312 1"/>
                <a:gd name="f699" fmla="*/ f579 f313 1"/>
                <a:gd name="f700" fmla="*/ f580 f312 1"/>
                <a:gd name="f701" fmla="*/ f581 f313 1"/>
                <a:gd name="f702" fmla="*/ f582 f312 1"/>
                <a:gd name="f703" fmla="*/ f583 f313 1"/>
                <a:gd name="f704" fmla="*/ f584 f312 1"/>
                <a:gd name="f705" fmla="*/ f585 f313 1"/>
                <a:gd name="f706" fmla="*/ f586 f312 1"/>
                <a:gd name="f707" fmla="*/ f587 f313 1"/>
                <a:gd name="f708" fmla="*/ f588 f312 1"/>
                <a:gd name="f709" fmla="*/ f589 f313 1"/>
                <a:gd name="f710" fmla="*/ f590 f312 1"/>
                <a:gd name="f711" fmla="*/ f591 f313 1"/>
                <a:gd name="f712" fmla="*/ f592 f312 1"/>
                <a:gd name="f713" fmla="*/ f593 f313 1"/>
                <a:gd name="f714" fmla="*/ f594 f312 1"/>
                <a:gd name="f715" fmla="*/ f595 f313 1"/>
                <a:gd name="f716" fmla="*/ f596 f312 1"/>
                <a:gd name="f717" fmla="*/ f597 f313 1"/>
                <a:gd name="f718" fmla="*/ f598 f312 1"/>
                <a:gd name="f719" fmla="*/ f599 f313 1"/>
                <a:gd name="f720" fmla="*/ f600 f312 1"/>
                <a:gd name="f721" fmla="*/ f601 f313 1"/>
                <a:gd name="f722" fmla="*/ f602 f312 1"/>
                <a:gd name="f723" fmla="*/ f603 f313 1"/>
                <a:gd name="f724" fmla="*/ f604 f312 1"/>
                <a:gd name="f725" fmla="*/ f605 f313 1"/>
                <a:gd name="f726" fmla="*/ f606 f312 1"/>
                <a:gd name="f727" fmla="*/ f607 f313 1"/>
                <a:gd name="f728" fmla="*/ f608 f312 1"/>
                <a:gd name="f729" fmla="*/ f609 f313 1"/>
                <a:gd name="f730" fmla="*/ f610 f312 1"/>
                <a:gd name="f731" fmla="*/ f611 f313 1"/>
                <a:gd name="f732" fmla="*/ f612 f312 1"/>
                <a:gd name="f733" fmla="*/ f613 f313 1"/>
                <a:gd name="f734" fmla="*/ f614 f312 1"/>
                <a:gd name="f735" fmla="*/ f615 f313 1"/>
                <a:gd name="f736" fmla="*/ f616 f312 1"/>
                <a:gd name="f737" fmla="*/ f617 f313 1"/>
                <a:gd name="f738" fmla="*/ f618 f312 1"/>
                <a:gd name="f739" fmla="*/ f619 f313 1"/>
                <a:gd name="f740" fmla="*/ f620 f313 1"/>
                <a:gd name="f741" fmla="*/ f621 f312 1"/>
                <a:gd name="f742" fmla="*/ f622 f313 1"/>
                <a:gd name="f743" fmla="*/ f623 f312 1"/>
                <a:gd name="f744" fmla="*/ f624 f313 1"/>
                <a:gd name="f745" fmla="*/ f625 f312 1"/>
                <a:gd name="f746" fmla="*/ f626 f313 1"/>
                <a:gd name="f747" fmla="*/ f627 f312 1"/>
                <a:gd name="f748" fmla="*/ f628 f313 1"/>
                <a:gd name="f749" fmla="*/ f629 f312 1"/>
                <a:gd name="f750" fmla="*/ f630 f313 1"/>
                <a:gd name="f751" fmla="*/ f631 f312 1"/>
                <a:gd name="f752" fmla="*/ f632 f313 1"/>
                <a:gd name="f753" fmla="*/ f633 f312 1"/>
                <a:gd name="f754" fmla="*/ f634 f313 1"/>
                <a:gd name="f755" fmla="*/ f635 f312 1"/>
                <a:gd name="f756" fmla="*/ f636 f313 1"/>
                <a:gd name="f757" fmla="*/ f637 f312 1"/>
                <a:gd name="f758" fmla="*/ f638 f313 1"/>
                <a:gd name="f759" fmla="*/ f639 f312 1"/>
                <a:gd name="f760" fmla="*/ f640 f313 1"/>
                <a:gd name="f761" fmla="*/ f641 f312 1"/>
                <a:gd name="f762" fmla="*/ f642 f313 1"/>
                <a:gd name="f763" fmla="*/ f643 f312 1"/>
                <a:gd name="f764" fmla="*/ f644 f313 1"/>
                <a:gd name="f765" fmla="*/ f645 f312 1"/>
                <a:gd name="f766" fmla="*/ f646 f313 1"/>
                <a:gd name="f767" fmla="*/ f647 f312 1"/>
                <a:gd name="f768" fmla="*/ f648 f313 1"/>
                <a:gd name="f769" fmla="*/ f649 f312 1"/>
                <a:gd name="f770" fmla="*/ f650 f313 1"/>
                <a:gd name="f771" fmla="*/ f651 f312 1"/>
                <a:gd name="f772" fmla="*/ f652 f313 1"/>
                <a:gd name="f773" fmla="*/ f653 f312 1"/>
                <a:gd name="f774" fmla="*/ f654 f313 1"/>
                <a:gd name="f775" fmla="*/ f655 f312 1"/>
                <a:gd name="f776" fmla="*/ f656 f313 1"/>
                <a:gd name="f777" fmla="*/ f657 f312 1"/>
                <a:gd name="f778" fmla="*/ f658 f313 1"/>
                <a:gd name="f779" fmla="*/ f659 f312 1"/>
                <a:gd name="f780" fmla="*/ f660 f313 1"/>
                <a:gd name="f781" fmla="*/ f661 f312 1"/>
                <a:gd name="f782" fmla="*/ f662 f313 1"/>
                <a:gd name="f783" fmla="*/ f663 f312 1"/>
                <a:gd name="f784" fmla="*/ f664 f313 1"/>
                <a:gd name="f785" fmla="*/ f665 f312 1"/>
                <a:gd name="f786" fmla="*/ f666 f313 1"/>
                <a:gd name="f787" fmla="*/ f667 f312 1"/>
                <a:gd name="f788" fmla="*/ f668 f313 1"/>
                <a:gd name="f789" fmla="*/ f669 f312 1"/>
                <a:gd name="f790" fmla="*/ f670 f313 1"/>
                <a:gd name="f791" fmla="*/ f671 f312 1"/>
                <a:gd name="f792" fmla="*/ f672 f313 1"/>
              </a:gdLst>
              <a:ahLst/>
              <a:cxnLst>
                <a:cxn ang="3cd4">
                  <a:pos x="hc" y="t"/>
                </a:cxn>
                <a:cxn ang="0">
                  <a:pos x="r" y="vc"/>
                </a:cxn>
                <a:cxn ang="cd4">
                  <a:pos x="hc" y="b"/>
                </a:cxn>
                <a:cxn ang="cd2">
                  <a:pos x="l" y="vc"/>
                </a:cxn>
                <a:cxn ang="f556">
                  <a:pos x="f677" y="f678"/>
                </a:cxn>
                <a:cxn ang="f556">
                  <a:pos x="f679" y="f678"/>
                </a:cxn>
                <a:cxn ang="f556">
                  <a:pos x="f680" y="f681"/>
                </a:cxn>
                <a:cxn ang="f556">
                  <a:pos x="f682" y="f683"/>
                </a:cxn>
                <a:cxn ang="f556">
                  <a:pos x="f684" y="f685"/>
                </a:cxn>
                <a:cxn ang="f556">
                  <a:pos x="f686" y="f687"/>
                </a:cxn>
                <a:cxn ang="f556">
                  <a:pos x="f688" y="f689"/>
                </a:cxn>
                <a:cxn ang="f556">
                  <a:pos x="f690" y="f691"/>
                </a:cxn>
                <a:cxn ang="f556">
                  <a:pos x="f692" y="f693"/>
                </a:cxn>
                <a:cxn ang="f556">
                  <a:pos x="f694" y="f695"/>
                </a:cxn>
                <a:cxn ang="f556">
                  <a:pos x="f696" y="f697"/>
                </a:cxn>
                <a:cxn ang="f556">
                  <a:pos x="f698" y="f699"/>
                </a:cxn>
                <a:cxn ang="f556">
                  <a:pos x="f700" y="f701"/>
                </a:cxn>
                <a:cxn ang="f556">
                  <a:pos x="f702" y="f703"/>
                </a:cxn>
                <a:cxn ang="f556">
                  <a:pos x="f704" y="f705"/>
                </a:cxn>
                <a:cxn ang="f556">
                  <a:pos x="f706" y="f707"/>
                </a:cxn>
                <a:cxn ang="f556">
                  <a:pos x="f708" y="f709"/>
                </a:cxn>
                <a:cxn ang="f556">
                  <a:pos x="f710" y="f711"/>
                </a:cxn>
                <a:cxn ang="f556">
                  <a:pos x="f712" y="f713"/>
                </a:cxn>
                <a:cxn ang="f556">
                  <a:pos x="f714" y="f715"/>
                </a:cxn>
                <a:cxn ang="f556">
                  <a:pos x="f716" y="f717"/>
                </a:cxn>
                <a:cxn ang="f556">
                  <a:pos x="f718" y="f719"/>
                </a:cxn>
                <a:cxn ang="f556">
                  <a:pos x="f720" y="f721"/>
                </a:cxn>
                <a:cxn ang="f556">
                  <a:pos x="f722" y="f723"/>
                </a:cxn>
                <a:cxn ang="f556">
                  <a:pos x="f724" y="f725"/>
                </a:cxn>
                <a:cxn ang="f556">
                  <a:pos x="f726" y="f727"/>
                </a:cxn>
                <a:cxn ang="f556">
                  <a:pos x="f728" y="f729"/>
                </a:cxn>
                <a:cxn ang="f556">
                  <a:pos x="f730" y="f731"/>
                </a:cxn>
                <a:cxn ang="f556">
                  <a:pos x="f732" y="f733"/>
                </a:cxn>
                <a:cxn ang="f556">
                  <a:pos x="f734" y="f735"/>
                </a:cxn>
                <a:cxn ang="f556">
                  <a:pos x="f736" y="f737"/>
                </a:cxn>
                <a:cxn ang="f556">
                  <a:pos x="f738" y="f739"/>
                </a:cxn>
                <a:cxn ang="f556">
                  <a:pos x="f738" y="f740"/>
                </a:cxn>
                <a:cxn ang="f556">
                  <a:pos x="f741" y="f742"/>
                </a:cxn>
                <a:cxn ang="f556">
                  <a:pos x="f743" y="f744"/>
                </a:cxn>
                <a:cxn ang="f556">
                  <a:pos x="f745" y="f746"/>
                </a:cxn>
                <a:cxn ang="f556">
                  <a:pos x="f747" y="f748"/>
                </a:cxn>
                <a:cxn ang="f556">
                  <a:pos x="f749" y="f750"/>
                </a:cxn>
                <a:cxn ang="f556">
                  <a:pos x="f751" y="f752"/>
                </a:cxn>
                <a:cxn ang="f556">
                  <a:pos x="f753" y="f754"/>
                </a:cxn>
                <a:cxn ang="f556">
                  <a:pos x="f755" y="f756"/>
                </a:cxn>
                <a:cxn ang="f556">
                  <a:pos x="f757" y="f758"/>
                </a:cxn>
                <a:cxn ang="f556">
                  <a:pos x="f759" y="f760"/>
                </a:cxn>
                <a:cxn ang="f556">
                  <a:pos x="f761" y="f762"/>
                </a:cxn>
                <a:cxn ang="f556">
                  <a:pos x="f763" y="f764"/>
                </a:cxn>
                <a:cxn ang="f556">
                  <a:pos x="f765" y="f766"/>
                </a:cxn>
                <a:cxn ang="f556">
                  <a:pos x="f767" y="f768"/>
                </a:cxn>
                <a:cxn ang="f556">
                  <a:pos x="f769" y="f770"/>
                </a:cxn>
                <a:cxn ang="f556">
                  <a:pos x="f771" y="f772"/>
                </a:cxn>
                <a:cxn ang="f556">
                  <a:pos x="f773" y="f774"/>
                </a:cxn>
                <a:cxn ang="f556">
                  <a:pos x="f775" y="f776"/>
                </a:cxn>
                <a:cxn ang="f556">
                  <a:pos x="f777" y="f778"/>
                </a:cxn>
                <a:cxn ang="f556">
                  <a:pos x="f779" y="f780"/>
                </a:cxn>
                <a:cxn ang="f556">
                  <a:pos x="f781" y="f782"/>
                </a:cxn>
                <a:cxn ang="f556">
                  <a:pos x="f783" y="f784"/>
                </a:cxn>
                <a:cxn ang="f556">
                  <a:pos x="f785" y="f786"/>
                </a:cxn>
                <a:cxn ang="f556">
                  <a:pos x="f787" y="f788"/>
                </a:cxn>
                <a:cxn ang="f556">
                  <a:pos x="f789" y="f790"/>
                </a:cxn>
                <a:cxn ang="f556">
                  <a:pos x="f791" y="f792"/>
                </a:cxn>
              </a:cxnLst>
              <a:rect l="f673" t="f676" r="f674" b="f675"/>
              <a:pathLst>
                <a:path w="5324985" h="3251912">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4"/>
                    <a:pt x="f126" y="f127"/>
                    <a:pt x="f128" y="f129"/>
                  </a:cubicBezTo>
                  <a:lnTo>
                    <a:pt x="f130" y="f131"/>
                  </a:lnTo>
                  <a:lnTo>
                    <a:pt x="f132" y="f133"/>
                  </a:ln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lnTo>
                    <a:pt x="f6" y="f170"/>
                  </a:lnTo>
                  <a:lnTo>
                    <a:pt x="f6" y="f171"/>
                  </a:lnTo>
                  <a:lnTo>
                    <a:pt x="f172" y="f173"/>
                  </a:lnTo>
                  <a:cubicBezTo>
                    <a:pt x="f174" y="f175"/>
                    <a:pt x="f176" y="f177"/>
                    <a:pt x="f178" y="f179"/>
                  </a:cubicBezTo>
                  <a:cubicBezTo>
                    <a:pt x="f180" y="f181"/>
                    <a:pt x="f182" y="f183"/>
                    <a:pt x="f184" y="f185"/>
                  </a:cubicBezTo>
                  <a:cubicBezTo>
                    <a:pt x="f186" y="f187"/>
                    <a:pt x="f188" y="f189"/>
                    <a:pt x="f190" y="f191"/>
                  </a:cubicBezTo>
                  <a:cubicBezTo>
                    <a:pt x="f192" y="f193"/>
                    <a:pt x="f194" y="f195"/>
                    <a:pt x="f196" y="f197"/>
                  </a:cubicBezTo>
                  <a:cubicBezTo>
                    <a:pt x="f198" y="f199"/>
                    <a:pt x="f200" y="f201"/>
                    <a:pt x="f202" y="f203"/>
                  </a:cubicBezTo>
                  <a:lnTo>
                    <a:pt x="f204" y="f205"/>
                  </a:lnTo>
                  <a:lnTo>
                    <a:pt x="f206" y="f207"/>
                  </a:lnTo>
                  <a:cubicBezTo>
                    <a:pt x="f126" y="f208"/>
                    <a:pt x="f209" y="f210"/>
                    <a:pt x="f211" y="f212"/>
                  </a:cubicBezTo>
                  <a:cubicBezTo>
                    <a:pt x="f213" y="f214"/>
                    <a:pt x="f215" y="f216"/>
                    <a:pt x="f217" y="f218"/>
                  </a:cubicBezTo>
                  <a:cubicBezTo>
                    <a:pt x="f219" y="f220"/>
                    <a:pt x="f221" y="f222"/>
                    <a:pt x="f223" y="f224"/>
                  </a:cubicBezTo>
                  <a:cubicBezTo>
                    <a:pt x="f225" y="f226"/>
                    <a:pt x="f227" y="f228"/>
                    <a:pt x="f229" y="f230"/>
                  </a:cubicBezTo>
                  <a:cubicBezTo>
                    <a:pt x="f231" y="f232"/>
                    <a:pt x="f233" y="f234"/>
                    <a:pt x="f235" y="f236"/>
                  </a:cubicBezTo>
                  <a:cubicBezTo>
                    <a:pt x="f237" y="f238"/>
                    <a:pt x="f239" y="f240"/>
                    <a:pt x="f241" y="f242"/>
                  </a:cubicBezTo>
                  <a:cubicBezTo>
                    <a:pt x="f243" y="f244"/>
                    <a:pt x="f245" y="f246"/>
                    <a:pt x="f247" y="f248"/>
                  </a:cubicBezTo>
                  <a:cubicBezTo>
                    <a:pt x="f249" y="f250"/>
                    <a:pt x="f251" y="f252"/>
                    <a:pt x="f253" y="f254"/>
                  </a:cubicBezTo>
                  <a:cubicBezTo>
                    <a:pt x="f255" y="f256"/>
                    <a:pt x="f257" y="f258"/>
                    <a:pt x="f259" y="f260"/>
                  </a:cubicBezTo>
                  <a:cubicBezTo>
                    <a:pt x="f261" y="f262"/>
                    <a:pt x="f263" y="f264"/>
                    <a:pt x="f265" y="f266"/>
                  </a:cubicBezTo>
                  <a:cubicBezTo>
                    <a:pt x="f267" y="f268"/>
                    <a:pt x="f269" y="f270"/>
                    <a:pt x="f271" y="f272"/>
                  </a:cubicBezTo>
                  <a:cubicBezTo>
                    <a:pt x="f273" y="f274"/>
                    <a:pt x="f275" y="f276"/>
                    <a:pt x="f277" y="f278"/>
                  </a:cubicBezTo>
                  <a:lnTo>
                    <a:pt x="f279" y="f280"/>
                  </a:lnTo>
                  <a:cubicBezTo>
                    <a:pt x="f281" y="f282"/>
                    <a:pt x="f283" y="f284"/>
                    <a:pt x="f285" y="f286"/>
                  </a:cubicBezTo>
                  <a:cubicBezTo>
                    <a:pt x="f287" y="f288"/>
                    <a:pt x="f289" y="f290"/>
                    <a:pt x="f291" y="f292"/>
                  </a:cubicBezTo>
                  <a:cubicBezTo>
                    <a:pt x="f293" y="f294"/>
                    <a:pt x="f295" y="f296"/>
                    <a:pt x="f297" y="f298"/>
                  </a:cubicBezTo>
                  <a:cubicBezTo>
                    <a:pt x="f299" y="f300"/>
                    <a:pt x="f301" y="f302"/>
                    <a:pt x="f303" y="f304"/>
                  </a:cubicBezTo>
                  <a:cubicBezTo>
                    <a:pt x="f305" y="f306"/>
                    <a:pt x="f307" y="f308"/>
                    <a:pt x="f309" y="f310"/>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2" name="Freeform: Shape 19">
              <a:extLst>
                <a:ext uri="{FF2B5EF4-FFF2-40B4-BE49-F238E27FC236}">
                  <a16:creationId xmlns:a16="http://schemas.microsoft.com/office/drawing/2014/main" id="{E28EC71B-1FEA-A480-AC7A-FCBD1F35AA18}"/>
                </a:ext>
              </a:extLst>
            </p:cNvPr>
            <p:cNvSpPr/>
            <p:nvPr/>
          </p:nvSpPr>
          <p:spPr>
            <a:xfrm rot="5399996" flipH="1">
              <a:off x="8450267" y="1039988"/>
              <a:ext cx="4781717" cy="2701741"/>
            </a:xfrm>
            <a:custGeom>
              <a:avLst/>
              <a:gdLst>
                <a:gd name="f0" fmla="val 10800000"/>
                <a:gd name="f1" fmla="val 5400000"/>
                <a:gd name="f2" fmla="val 180"/>
                <a:gd name="f3" fmla="val w"/>
                <a:gd name="f4" fmla="val h"/>
                <a:gd name="f5" fmla="val 0"/>
                <a:gd name="f6" fmla="val 5275533"/>
                <a:gd name="f7" fmla="val 2980757"/>
                <a:gd name="f8" fmla="val 201166"/>
                <a:gd name="f9" fmla="val 206734"/>
                <a:gd name="f10" fmla="val 89286"/>
                <a:gd name="f11" fmla="val 212220"/>
                <a:gd name="f12" fmla="val 135755"/>
                <a:gd name="f13" fmla="val 220465"/>
                <a:gd name="f14" fmla="val 181731"/>
                <a:gd name="f15" fmla="val 232051"/>
                <a:gd name="f16" fmla="val 226897"/>
                <a:gd name="f17" fmla="val 254855"/>
                <a:gd name="f18" fmla="val 317344"/>
                <a:gd name="f19" fmla="val 290287"/>
                <a:gd name="f20" fmla="val 403854"/>
                <a:gd name="f21" fmla="val 332707"/>
                <a:gd name="f22" fmla="val 487120"/>
                <a:gd name="f23" fmla="val 354163"/>
                <a:gd name="f24" fmla="val 528696"/>
                <a:gd name="f25" fmla="val 377948"/>
                <a:gd name="f26" fmla="val 569461"/>
                <a:gd name="f27" fmla="val 402959"/>
                <a:gd name="f28" fmla="val 609647"/>
                <a:gd name="f29" fmla="val 428337"/>
                <a:gd name="f30" fmla="val 649717"/>
                <a:gd name="f31" fmla="val 455433"/>
                <a:gd name="f32" fmla="val 689209"/>
                <a:gd name="f33" fmla="val 483631"/>
                <a:gd name="f34" fmla="val 728236"/>
                <a:gd name="f35" fmla="val 540764"/>
                <a:gd name="f36" fmla="val 806061"/>
                <a:gd name="f37" fmla="val 604271"/>
                <a:gd name="f38" fmla="val 881569"/>
                <a:gd name="f39" fmla="val 669986"/>
                <a:gd name="f40" fmla="val 957424"/>
                <a:gd name="f41" fmla="val 735701"/>
                <a:gd name="f42" fmla="val 1033395"/>
                <a:gd name="f43" fmla="val 804359"/>
                <a:gd name="f44" fmla="val 1109366"/>
                <a:gd name="f45" fmla="val 871667"/>
                <a:gd name="f46" fmla="val 1188348"/>
                <a:gd name="f47" fmla="val 905383"/>
                <a:gd name="f48" fmla="val 1227723"/>
                <a:gd name="f49" fmla="val 938731"/>
                <a:gd name="f50" fmla="val 1268025"/>
                <a:gd name="f51" fmla="val 971956"/>
                <a:gd name="f52" fmla="val 1308905"/>
                <a:gd name="f53" fmla="val 1020139"/>
                <a:gd name="f54" fmla="val 1368084"/>
                <a:gd name="f55" fmla="val 1035954"/>
                <a:gd name="f56" fmla="val 1386962"/>
                <a:gd name="f57" fmla="val 1051035"/>
                <a:gd name="f58" fmla="val 1406302"/>
                <a:gd name="f59" fmla="val 1067340"/>
                <a:gd name="f60" fmla="val 1424715"/>
                <a:gd name="f61" fmla="val 1194602"/>
                <a:gd name="f62" fmla="val 1574573"/>
                <a:gd name="f63" fmla="val 1332652"/>
                <a:gd name="f64" fmla="val 1712503"/>
                <a:gd name="f65" fmla="val 1472909"/>
                <a:gd name="f66" fmla="val 1843252"/>
                <a:gd name="f67" fmla="val 1543406"/>
                <a:gd name="f68" fmla="val 1908337"/>
                <a:gd name="f69" fmla="val 1615128"/>
                <a:gd name="f70" fmla="val 1971221"/>
                <a:gd name="f71" fmla="val 1688567"/>
                <a:gd name="f72" fmla="val 2031559"/>
                <a:gd name="f73" fmla="val 1762006"/>
                <a:gd name="f74" fmla="val 2091895"/>
                <a:gd name="f75" fmla="val 1836793"/>
                <a:gd name="f76" fmla="val 2150263"/>
                <a:gd name="f77" fmla="val 1914401"/>
                <a:gd name="f78" fmla="val 2205156"/>
                <a:gd name="f79" fmla="val 2069003"/>
                <a:gd name="f80" fmla="val 2315176"/>
                <a:gd name="f81" fmla="val 2235742"/>
                <a:gd name="f82" fmla="val 2413498"/>
                <a:gd name="f83" fmla="val 2418909"/>
                <a:gd name="f84" fmla="val 2479741"/>
                <a:gd name="f85" fmla="val 2510249"/>
                <a:gd name="f86" fmla="val 2512863"/>
                <a:gd name="f87" fmla="val 2604898"/>
                <a:gd name="f88" fmla="val 2538225"/>
                <a:gd name="f89" fmla="val 2701141"/>
                <a:gd name="f90" fmla="val 2557333"/>
                <a:gd name="f91" fmla="val 2725293"/>
                <a:gd name="f92" fmla="val 2561850"/>
                <a:gd name="f93" fmla="val 2749201"/>
                <a:gd name="f94" fmla="val 2567062"/>
                <a:gd name="f95" fmla="val 2773475"/>
                <a:gd name="f96" fmla="val 2570999"/>
                <a:gd name="f97" fmla="val 2846424"/>
                <a:gd name="f98" fmla="val 2582465"/>
                <a:gd name="f99" fmla="val 2895343"/>
                <a:gd name="f100" fmla="val 2588602"/>
                <a:gd name="f101" fmla="val 2944261"/>
                <a:gd name="f102" fmla="val 2595088"/>
                <a:gd name="f103" fmla="val 2993669"/>
                <a:gd name="f104" fmla="val 2598909"/>
                <a:gd name="f105" fmla="val 3018313"/>
                <a:gd name="f106" fmla="val 2601110"/>
                <a:gd name="f107" fmla="val 3042956"/>
                <a:gd name="f108" fmla="val 2603195"/>
                <a:gd name="f109" fmla="val 3067721"/>
                <a:gd name="f110" fmla="val 2604237"/>
                <a:gd name="f111" fmla="val 3092487"/>
                <a:gd name="f112" fmla="val 2605394"/>
                <a:gd name="f113" fmla="val 3117130"/>
                <a:gd name="f114" fmla="val 2607247"/>
                <a:gd name="f115" fmla="val 3142019"/>
                <a:gd name="f116" fmla="val 2607943"/>
                <a:gd name="f117" fmla="val 3216561"/>
                <a:gd name="f118" fmla="val 2609564"/>
                <a:gd name="f119" fmla="val 3241326"/>
                <a:gd name="f120" fmla="val 2610142"/>
                <a:gd name="f121" fmla="val 3266337"/>
                <a:gd name="f122" fmla="val 2609333"/>
                <a:gd name="f123" fmla="val 3291225"/>
                <a:gd name="f124" fmla="val 2609217"/>
                <a:gd name="f125" fmla="val 3328619"/>
                <a:gd name="f126" fmla="val 2608869"/>
                <a:gd name="f127" fmla="val 3340757"/>
                <a:gd name="f128" fmla="val 2608522"/>
                <a:gd name="f129" fmla="val 3352649"/>
                <a:gd name="f130" fmla="val 2607827"/>
                <a:gd name="f131" fmla="val 3364665"/>
                <a:gd name="f132" fmla="val 2607363"/>
                <a:gd name="f133" fmla="val 3376679"/>
                <a:gd name="f134" fmla="val 2606784"/>
                <a:gd name="f135" fmla="val 3388695"/>
                <a:gd name="f136" fmla="val 2606438"/>
                <a:gd name="f137" fmla="val 3400587"/>
                <a:gd name="f138" fmla="val 2605627"/>
                <a:gd name="f139" fmla="val 3436387"/>
                <a:gd name="f140" fmla="val 2602847"/>
                <a:gd name="f141" fmla="val 3484079"/>
                <a:gd name="f142" fmla="val 2599257"/>
                <a:gd name="f143" fmla="val 3531404"/>
                <a:gd name="f144" fmla="val 2593235"/>
                <a:gd name="f145" fmla="val 3578361"/>
                <a:gd name="f146" fmla="val 2586286"/>
                <a:gd name="f147" fmla="val 3766310"/>
                <a:gd name="f148" fmla="val 2556871"/>
                <a:gd name="f149" fmla="val 3947025"/>
                <a:gd name="f150" fmla="val 2499314"/>
                <a:gd name="f151" fmla="val 4119159"/>
                <a:gd name="f152" fmla="val 2418594"/>
                <a:gd name="f153" fmla="val 4291907"/>
                <a:gd name="f154" fmla="val 2338801"/>
                <a:gd name="f155" fmla="val 4456317"/>
                <a:gd name="f156" fmla="val 2236657"/>
                <a:gd name="f157" fmla="val 4618765"/>
                <a:gd name="f158" fmla="val 2124668"/>
                <a:gd name="f159" fmla="val 4659346"/>
                <a:gd name="f160" fmla="val 2096759"/>
                <a:gd name="f161" fmla="val 4699682"/>
                <a:gd name="f162" fmla="val 2067575"/>
                <a:gd name="f163" fmla="val 4739895"/>
                <a:gd name="f164" fmla="val 2038275"/>
                <a:gd name="f165" fmla="val 4780355"/>
                <a:gd name="f166" fmla="val 2008976"/>
                <a:gd name="f167" fmla="val 4820691"/>
                <a:gd name="f168" fmla="val 1979212"/>
                <a:gd name="f169" fmla="val 4861027"/>
                <a:gd name="f170" fmla="val 1948986"/>
                <a:gd name="f171" fmla="val 5106354"/>
                <a:gd name="f172" fmla="val 1763690"/>
                <a:gd name="f173" fmla="val 1641017"/>
                <a:gd name="f174" fmla="val 2257481"/>
                <a:gd name="f175" fmla="val 5168881"/>
                <a:gd name="f176" fmla="val 2332084"/>
                <a:gd name="f177" fmla="val 5125235"/>
                <a:gd name="f178" fmla="val 2362079"/>
                <a:gd name="f179" fmla="val 5081099"/>
                <a:gd name="f180" fmla="val 2391958"/>
                <a:gd name="f181" fmla="val 5036225"/>
                <a:gd name="f182" fmla="val 2421489"/>
                <a:gd name="f183" fmla="val 4991231"/>
                <a:gd name="f184" fmla="val 2450790"/>
                <a:gd name="f185" fmla="val 4945867"/>
                <a:gd name="f186" fmla="val 2479857"/>
                <a:gd name="f187" fmla="val 4899401"/>
                <a:gd name="f188" fmla="val 2508347"/>
                <a:gd name="f189" fmla="val 4806959"/>
                <a:gd name="f190" fmla="val 2565440"/>
                <a:gd name="f191" fmla="val 4711574"/>
                <a:gd name="f192" fmla="val 2620798"/>
                <a:gd name="f193" fmla="val 4612145"/>
                <a:gd name="f194" fmla="val 2671407"/>
                <a:gd name="f195" fmla="val 4512836"/>
                <a:gd name="f196" fmla="val 2722247"/>
                <a:gd name="f197" fmla="val 4410095"/>
                <a:gd name="f198" fmla="val 2769496"/>
                <a:gd name="f199" fmla="val 4303187"/>
                <a:gd name="f200" fmla="val 2810030"/>
                <a:gd name="f201" fmla="val 4090349"/>
                <a:gd name="f202" fmla="val 2892256"/>
                <a:gd name="f203" fmla="val 3861694"/>
                <a:gd name="f204" fmla="val 2947728"/>
                <a:gd name="f205" fmla="val 3630835"/>
                <a:gd name="f206" fmla="val 2969500"/>
                <a:gd name="f207" fmla="val 3573089"/>
                <a:gd name="f208" fmla="val 2974712"/>
                <a:gd name="f209" fmla="val 3515343"/>
                <a:gd name="f210" fmla="val 2978649"/>
                <a:gd name="f211" fmla="val 3457719"/>
                <a:gd name="f212" fmla="val 2979808"/>
                <a:gd name="f213" fmla="val 3414441"/>
                <a:gd name="f214" fmla="val 2980733"/>
                <a:gd name="f215" fmla="val 3400097"/>
                <a:gd name="f216" fmla="val 2980850"/>
                <a:gd name="f217" fmla="val 3385630"/>
                <a:gd name="f218" fmla="val 2980502"/>
                <a:gd name="f219" fmla="val 3371285"/>
                <a:gd name="f220" fmla="val 3328252"/>
                <a:gd name="f221" fmla="val 2980039"/>
                <a:gd name="f222" fmla="val 3286445"/>
                <a:gd name="f223" fmla="val 2978534"/>
                <a:gd name="f224" fmla="val 3175121"/>
                <a:gd name="f225" fmla="val 2975174"/>
                <a:gd name="f226" fmla="val 3063553"/>
                <a:gd name="f227" fmla="val 2966837"/>
                <a:gd name="f228" fmla="val 2952475"/>
                <a:gd name="f229" fmla="val 2953402"/>
                <a:gd name="f230" fmla="val 2841275"/>
                <a:gd name="f231" fmla="val 2940664"/>
                <a:gd name="f232" fmla="val 2730319"/>
                <a:gd name="f233" fmla="val 2922365"/>
                <a:gd name="f234" fmla="val 2620591"/>
                <a:gd name="f235" fmla="val 2898046"/>
                <a:gd name="f236" fmla="val 2510984"/>
                <a:gd name="f237" fmla="val 2873494"/>
                <a:gd name="f238" fmla="val 2402235"/>
                <a:gd name="f239" fmla="val 2844426"/>
                <a:gd name="f240" fmla="val 2294591"/>
                <a:gd name="f241" fmla="val 2811305"/>
                <a:gd name="f242" fmla="val 2079669"/>
                <a:gd name="f243" fmla="val 2744483"/>
                <a:gd name="f244" fmla="val 1867198"/>
                <a:gd name="f245" fmla="val 2661331"/>
                <a:gd name="f246" fmla="val 1670544"/>
                <a:gd name="f247" fmla="val 2550501"/>
                <a:gd name="f248" fmla="val 1473767"/>
                <a:gd name="f249" fmla="val 2439903"/>
                <a:gd name="f250" fmla="val 1298079"/>
                <a:gd name="f251" fmla="val 2299657"/>
                <a:gd name="f252" fmla="val 1144703"/>
                <a:gd name="f253" fmla="val 2144472"/>
                <a:gd name="f254" fmla="val 1067586"/>
                <a:gd name="f255" fmla="val 2066996"/>
                <a:gd name="f256" fmla="val 997458"/>
                <a:gd name="f257" fmla="val 1984539"/>
                <a:gd name="f258" fmla="val 931497"/>
                <a:gd name="f259" fmla="val 1900114"/>
                <a:gd name="f260" fmla="val 865906"/>
                <a:gd name="f261" fmla="val 1815342"/>
                <a:gd name="f262" fmla="val 803500"/>
                <a:gd name="f263" fmla="val 1729295"/>
                <a:gd name="f264" fmla="val 745265"/>
                <a:gd name="f265" fmla="val 1641395"/>
                <a:gd name="f266" fmla="val 730307"/>
                <a:gd name="f267" fmla="val 1619623"/>
                <a:gd name="f268" fmla="val 716207"/>
                <a:gd name="f269" fmla="val 1597503"/>
                <a:gd name="f270" fmla="val 701741"/>
                <a:gd name="f271" fmla="val 1575500"/>
                <a:gd name="f272" fmla="val 660178"/>
                <a:gd name="f273" fmla="val 1511573"/>
                <a:gd name="f274" fmla="val 633574"/>
                <a:gd name="f275" fmla="val 1470229"/>
                <a:gd name="f276" fmla="val 605989"/>
                <a:gd name="f277" fmla="val 1429232"/>
                <a:gd name="f278" fmla="val 578158"/>
                <a:gd name="f279" fmla="val 1387656"/>
                <a:gd name="f280" fmla="val 408230"/>
                <a:gd name="f281" fmla="val 1134497"/>
                <a:gd name="f282" fmla="val 351220"/>
                <a:gd name="f283" fmla="val 1048219"/>
                <a:gd name="f284" fmla="val 294945"/>
                <a:gd name="f285" fmla="val 959392"/>
                <a:gd name="f286" fmla="val 242349"/>
                <a:gd name="f287" fmla="val 866860"/>
                <a:gd name="f288" fmla="val 216112"/>
                <a:gd name="f289" fmla="val 820536"/>
                <a:gd name="f290" fmla="val 190734"/>
                <a:gd name="f291" fmla="val 773402"/>
                <a:gd name="f292" fmla="val 167562"/>
                <a:gd name="f293" fmla="val 724994"/>
                <a:gd name="f294" fmla="val 144513"/>
                <a:gd name="f295" fmla="val 676469"/>
                <a:gd name="f296" fmla="val 123057"/>
                <a:gd name="f297" fmla="val 627019"/>
                <a:gd name="f298" fmla="val 104054"/>
                <a:gd name="f299" fmla="val 576525"/>
                <a:gd name="f300" fmla="val 85418"/>
                <a:gd name="f301" fmla="val 525917"/>
                <a:gd name="f302" fmla="val 68867"/>
                <a:gd name="f303" fmla="val 474613"/>
                <a:gd name="f304" fmla="val 55381"/>
                <a:gd name="f305" fmla="val 422499"/>
                <a:gd name="f306" fmla="val 49006"/>
                <a:gd name="f307" fmla="val 396442"/>
                <a:gd name="f308" fmla="val 42508"/>
                <a:gd name="f309" fmla="val 370269"/>
                <a:gd name="f310" fmla="val 37236"/>
                <a:gd name="f311" fmla="val 343980"/>
                <a:gd name="f312" fmla="val 29267"/>
                <a:gd name="f313" fmla="val 304604"/>
                <a:gd name="f314" fmla="val 22646"/>
                <a:gd name="f315" fmla="val 265113"/>
                <a:gd name="f316" fmla="val 14003"/>
                <a:gd name="f317" fmla="val 212420"/>
                <a:gd name="f318" fmla="val 7872"/>
                <a:gd name="f319" fmla="val 159582"/>
                <a:gd name="f320" fmla="val 3903"/>
                <a:gd name="f321" fmla="val 106787"/>
                <a:gd name="f322" fmla="+- 0 0 -90"/>
                <a:gd name="f323" fmla="*/ f3 1 5275533"/>
                <a:gd name="f324" fmla="*/ f4 1 2980757"/>
                <a:gd name="f325" fmla="+- f7 0 f5"/>
                <a:gd name="f326" fmla="+- f6 0 f5"/>
                <a:gd name="f327" fmla="*/ f322 f0 1"/>
                <a:gd name="f328" fmla="*/ f326 1 5275533"/>
                <a:gd name="f329" fmla="*/ f325 1 2980757"/>
                <a:gd name="f330" fmla="*/ 0 f326 1"/>
                <a:gd name="f331" fmla="*/ 0 f325 1"/>
                <a:gd name="f332" fmla="*/ 201166 f326 1"/>
                <a:gd name="f333" fmla="*/ 206734 f326 1"/>
                <a:gd name="f334" fmla="*/ 89286 f325 1"/>
                <a:gd name="f335" fmla="*/ 232051 f326 1"/>
                <a:gd name="f336" fmla="*/ 226897 f325 1"/>
                <a:gd name="f337" fmla="*/ 332707 f326 1"/>
                <a:gd name="f338" fmla="*/ 487120 f325 1"/>
                <a:gd name="f339" fmla="*/ 402959 f326 1"/>
                <a:gd name="f340" fmla="*/ 609647 f325 1"/>
                <a:gd name="f341" fmla="*/ 483631 f326 1"/>
                <a:gd name="f342" fmla="*/ 728236 f325 1"/>
                <a:gd name="f343" fmla="*/ 669986 f326 1"/>
                <a:gd name="f344" fmla="*/ 957424 f325 1"/>
                <a:gd name="f345" fmla="*/ 871667 f326 1"/>
                <a:gd name="f346" fmla="*/ 1188348 f325 1"/>
                <a:gd name="f347" fmla="*/ 971956 f326 1"/>
                <a:gd name="f348" fmla="*/ 1308905 f325 1"/>
                <a:gd name="f349" fmla="*/ 1020139 f326 1"/>
                <a:gd name="f350" fmla="*/ 1368084 f325 1"/>
                <a:gd name="f351" fmla="*/ 1067340 f326 1"/>
                <a:gd name="f352" fmla="*/ 1424715 f325 1"/>
                <a:gd name="f353" fmla="*/ 1472909 f326 1"/>
                <a:gd name="f354" fmla="*/ 1843252 f325 1"/>
                <a:gd name="f355" fmla="*/ 1688567 f326 1"/>
                <a:gd name="f356" fmla="*/ 2031559 f325 1"/>
                <a:gd name="f357" fmla="*/ 1914401 f326 1"/>
                <a:gd name="f358" fmla="*/ 2205156 f325 1"/>
                <a:gd name="f359" fmla="*/ 2418909 f326 1"/>
                <a:gd name="f360" fmla="*/ 2479741 f325 1"/>
                <a:gd name="f361" fmla="*/ 2701141 f326 1"/>
                <a:gd name="f362" fmla="*/ 2557333 f325 1"/>
                <a:gd name="f363" fmla="*/ 2773475 f326 1"/>
                <a:gd name="f364" fmla="*/ 2570999 f325 1"/>
                <a:gd name="f365" fmla="*/ 2846424 f326 1"/>
                <a:gd name="f366" fmla="*/ 2582465 f325 1"/>
                <a:gd name="f367" fmla="*/ 2993669 f326 1"/>
                <a:gd name="f368" fmla="*/ 2598909 f325 1"/>
                <a:gd name="f369" fmla="*/ 3067721 f326 1"/>
                <a:gd name="f370" fmla="*/ 2604237 f325 1"/>
                <a:gd name="f371" fmla="*/ 3142019 f326 1"/>
                <a:gd name="f372" fmla="*/ 2607943 f325 1"/>
                <a:gd name="f373" fmla="*/ 3216561 f326 1"/>
                <a:gd name="f374" fmla="*/ 2609564 f325 1"/>
                <a:gd name="f375" fmla="*/ 3291225 f326 1"/>
                <a:gd name="f376" fmla="*/ 2609217 f325 1"/>
                <a:gd name="f377" fmla="*/ 3328619 f326 1"/>
                <a:gd name="f378" fmla="*/ 2608869 f325 1"/>
                <a:gd name="f379" fmla="*/ 3364665 f326 1"/>
                <a:gd name="f380" fmla="*/ 2607363 f325 1"/>
                <a:gd name="f381" fmla="*/ 3400587 f326 1"/>
                <a:gd name="f382" fmla="*/ 2605627 f325 1"/>
                <a:gd name="f383" fmla="*/ 3436387 f326 1"/>
                <a:gd name="f384" fmla="*/ 2602847 f325 1"/>
                <a:gd name="f385" fmla="*/ 3578361 f326 1"/>
                <a:gd name="f386" fmla="*/ 2586286 f325 1"/>
                <a:gd name="f387" fmla="*/ 4119159 f326 1"/>
                <a:gd name="f388" fmla="*/ 2418594 f325 1"/>
                <a:gd name="f389" fmla="*/ 4618765 f326 1"/>
                <a:gd name="f390" fmla="*/ 2124668 f325 1"/>
                <a:gd name="f391" fmla="*/ 4739895 f326 1"/>
                <a:gd name="f392" fmla="*/ 2038275 f325 1"/>
                <a:gd name="f393" fmla="*/ 4861027 f326 1"/>
                <a:gd name="f394" fmla="*/ 1948986 f325 1"/>
                <a:gd name="f395" fmla="*/ 5106354 f326 1"/>
                <a:gd name="f396" fmla="*/ 1763690 f325 1"/>
                <a:gd name="f397" fmla="*/ 5275533 f326 1"/>
                <a:gd name="f398" fmla="*/ 1641017 f325 1"/>
                <a:gd name="f399" fmla="*/ 2257481 f325 1"/>
                <a:gd name="f400" fmla="*/ 5168881 f326 1"/>
                <a:gd name="f401" fmla="*/ 2332084 f325 1"/>
                <a:gd name="f402" fmla="*/ 5036225 f326 1"/>
                <a:gd name="f403" fmla="*/ 2421489 f325 1"/>
                <a:gd name="f404" fmla="*/ 4899401 f326 1"/>
                <a:gd name="f405" fmla="*/ 2508347 f325 1"/>
                <a:gd name="f406" fmla="*/ 4612145 f326 1"/>
                <a:gd name="f407" fmla="*/ 2671407 f325 1"/>
                <a:gd name="f408" fmla="*/ 4303187 f326 1"/>
                <a:gd name="f409" fmla="*/ 2810030 f325 1"/>
                <a:gd name="f410" fmla="*/ 3630835 f326 1"/>
                <a:gd name="f411" fmla="*/ 2969500 f325 1"/>
                <a:gd name="f412" fmla="*/ 3457719 f326 1"/>
                <a:gd name="f413" fmla="*/ 2979808 f325 1"/>
                <a:gd name="f414" fmla="*/ 3414441 f326 1"/>
                <a:gd name="f415" fmla="*/ 2980733 f325 1"/>
                <a:gd name="f416" fmla="*/ 3371285 f326 1"/>
                <a:gd name="f417" fmla="*/ 2980502 f325 1"/>
                <a:gd name="f418" fmla="*/ 3328252 f326 1"/>
                <a:gd name="f419" fmla="*/ 2980039 f325 1"/>
                <a:gd name="f420" fmla="*/ 3286445 f326 1"/>
                <a:gd name="f421" fmla="*/ 2978534 f325 1"/>
                <a:gd name="f422" fmla="*/ 2952475 f326 1"/>
                <a:gd name="f423" fmla="*/ 2953402 f325 1"/>
                <a:gd name="f424" fmla="*/ 2620591 f326 1"/>
                <a:gd name="f425" fmla="*/ 2898046 f325 1"/>
                <a:gd name="f426" fmla="*/ 2294591 f326 1"/>
                <a:gd name="f427" fmla="*/ 2811305 f325 1"/>
                <a:gd name="f428" fmla="*/ 1670544 f326 1"/>
                <a:gd name="f429" fmla="*/ 2550501 f325 1"/>
                <a:gd name="f430" fmla="*/ 1144703 f326 1"/>
                <a:gd name="f431" fmla="*/ 2144472 f325 1"/>
                <a:gd name="f432" fmla="*/ 931497 f326 1"/>
                <a:gd name="f433" fmla="*/ 1900114 f325 1"/>
                <a:gd name="f434" fmla="*/ 745265 f326 1"/>
                <a:gd name="f435" fmla="*/ 1641395 f325 1"/>
                <a:gd name="f436" fmla="*/ 701741 f326 1"/>
                <a:gd name="f437" fmla="*/ 1575500 f325 1"/>
                <a:gd name="f438" fmla="*/ 660178 f326 1"/>
                <a:gd name="f439" fmla="*/ 1511573 f325 1"/>
                <a:gd name="f440" fmla="*/ 578158 f326 1"/>
                <a:gd name="f441" fmla="*/ 1387656 f325 1"/>
                <a:gd name="f442" fmla="*/ 408230 f326 1"/>
                <a:gd name="f443" fmla="*/ 1134497 f325 1"/>
                <a:gd name="f444" fmla="*/ 242349 f326 1"/>
                <a:gd name="f445" fmla="*/ 866860 f325 1"/>
                <a:gd name="f446" fmla="*/ 167562 f326 1"/>
                <a:gd name="f447" fmla="*/ 724994 f325 1"/>
                <a:gd name="f448" fmla="*/ 104054 f326 1"/>
                <a:gd name="f449" fmla="*/ 576525 f325 1"/>
                <a:gd name="f450" fmla="*/ 55381 f326 1"/>
                <a:gd name="f451" fmla="*/ 422499 f325 1"/>
                <a:gd name="f452" fmla="*/ 37236 f326 1"/>
                <a:gd name="f453" fmla="*/ 343980 f325 1"/>
                <a:gd name="f454" fmla="*/ 29267 f326 1"/>
                <a:gd name="f455" fmla="*/ 304604 f325 1"/>
                <a:gd name="f456" fmla="*/ 22646 f326 1"/>
                <a:gd name="f457" fmla="*/ 265113 f325 1"/>
                <a:gd name="f458" fmla="*/ 3903 f326 1"/>
                <a:gd name="f459" fmla="*/ 106787 f325 1"/>
                <a:gd name="f460" fmla="*/ f327 1 f2"/>
                <a:gd name="f461" fmla="*/ f330 1 5275533"/>
                <a:gd name="f462" fmla="*/ f331 1 2980757"/>
                <a:gd name="f463" fmla="*/ f332 1 5275533"/>
                <a:gd name="f464" fmla="*/ f333 1 5275533"/>
                <a:gd name="f465" fmla="*/ f334 1 2980757"/>
                <a:gd name="f466" fmla="*/ f335 1 5275533"/>
                <a:gd name="f467" fmla="*/ f336 1 2980757"/>
                <a:gd name="f468" fmla="*/ f337 1 5275533"/>
                <a:gd name="f469" fmla="*/ f338 1 2980757"/>
                <a:gd name="f470" fmla="*/ f339 1 5275533"/>
                <a:gd name="f471" fmla="*/ f340 1 2980757"/>
                <a:gd name="f472" fmla="*/ f341 1 5275533"/>
                <a:gd name="f473" fmla="*/ f342 1 2980757"/>
                <a:gd name="f474" fmla="*/ f343 1 5275533"/>
                <a:gd name="f475" fmla="*/ f344 1 2980757"/>
                <a:gd name="f476" fmla="*/ f345 1 5275533"/>
                <a:gd name="f477" fmla="*/ f346 1 2980757"/>
                <a:gd name="f478" fmla="*/ f347 1 5275533"/>
                <a:gd name="f479" fmla="*/ f348 1 2980757"/>
                <a:gd name="f480" fmla="*/ f349 1 5275533"/>
                <a:gd name="f481" fmla="*/ f350 1 2980757"/>
                <a:gd name="f482" fmla="*/ f351 1 5275533"/>
                <a:gd name="f483" fmla="*/ f352 1 2980757"/>
                <a:gd name="f484" fmla="*/ f353 1 5275533"/>
                <a:gd name="f485" fmla="*/ f354 1 2980757"/>
                <a:gd name="f486" fmla="*/ f355 1 5275533"/>
                <a:gd name="f487" fmla="*/ f356 1 2980757"/>
                <a:gd name="f488" fmla="*/ f357 1 5275533"/>
                <a:gd name="f489" fmla="*/ f358 1 2980757"/>
                <a:gd name="f490" fmla="*/ f359 1 5275533"/>
                <a:gd name="f491" fmla="*/ f360 1 2980757"/>
                <a:gd name="f492" fmla="*/ f361 1 5275533"/>
                <a:gd name="f493" fmla="*/ f362 1 2980757"/>
                <a:gd name="f494" fmla="*/ f363 1 5275533"/>
                <a:gd name="f495" fmla="*/ f364 1 2980757"/>
                <a:gd name="f496" fmla="*/ f365 1 5275533"/>
                <a:gd name="f497" fmla="*/ f366 1 2980757"/>
                <a:gd name="f498" fmla="*/ f367 1 5275533"/>
                <a:gd name="f499" fmla="*/ f368 1 2980757"/>
                <a:gd name="f500" fmla="*/ f369 1 5275533"/>
                <a:gd name="f501" fmla="*/ f370 1 2980757"/>
                <a:gd name="f502" fmla="*/ f371 1 5275533"/>
                <a:gd name="f503" fmla="*/ f372 1 2980757"/>
                <a:gd name="f504" fmla="*/ f373 1 5275533"/>
                <a:gd name="f505" fmla="*/ f374 1 2980757"/>
                <a:gd name="f506" fmla="*/ f375 1 5275533"/>
                <a:gd name="f507" fmla="*/ f376 1 2980757"/>
                <a:gd name="f508" fmla="*/ f377 1 5275533"/>
                <a:gd name="f509" fmla="*/ f378 1 2980757"/>
                <a:gd name="f510" fmla="*/ f379 1 5275533"/>
                <a:gd name="f511" fmla="*/ f380 1 2980757"/>
                <a:gd name="f512" fmla="*/ f381 1 5275533"/>
                <a:gd name="f513" fmla="*/ f382 1 2980757"/>
                <a:gd name="f514" fmla="*/ f383 1 5275533"/>
                <a:gd name="f515" fmla="*/ f384 1 2980757"/>
                <a:gd name="f516" fmla="*/ f385 1 5275533"/>
                <a:gd name="f517" fmla="*/ f386 1 2980757"/>
                <a:gd name="f518" fmla="*/ f387 1 5275533"/>
                <a:gd name="f519" fmla="*/ f388 1 2980757"/>
                <a:gd name="f520" fmla="*/ f389 1 5275533"/>
                <a:gd name="f521" fmla="*/ f390 1 2980757"/>
                <a:gd name="f522" fmla="*/ f391 1 5275533"/>
                <a:gd name="f523" fmla="*/ f392 1 2980757"/>
                <a:gd name="f524" fmla="*/ f393 1 5275533"/>
                <a:gd name="f525" fmla="*/ f394 1 2980757"/>
                <a:gd name="f526" fmla="*/ f395 1 5275533"/>
                <a:gd name="f527" fmla="*/ f396 1 2980757"/>
                <a:gd name="f528" fmla="*/ f397 1 5275533"/>
                <a:gd name="f529" fmla="*/ f398 1 2980757"/>
                <a:gd name="f530" fmla="*/ f399 1 2980757"/>
                <a:gd name="f531" fmla="*/ f400 1 5275533"/>
                <a:gd name="f532" fmla="*/ f401 1 2980757"/>
                <a:gd name="f533" fmla="*/ f402 1 5275533"/>
                <a:gd name="f534" fmla="*/ f403 1 2980757"/>
                <a:gd name="f535" fmla="*/ f404 1 5275533"/>
                <a:gd name="f536" fmla="*/ f405 1 2980757"/>
                <a:gd name="f537" fmla="*/ f406 1 5275533"/>
                <a:gd name="f538" fmla="*/ f407 1 2980757"/>
                <a:gd name="f539" fmla="*/ f408 1 5275533"/>
                <a:gd name="f540" fmla="*/ f409 1 2980757"/>
                <a:gd name="f541" fmla="*/ f410 1 5275533"/>
                <a:gd name="f542" fmla="*/ f411 1 2980757"/>
                <a:gd name="f543" fmla="*/ f412 1 5275533"/>
                <a:gd name="f544" fmla="*/ f413 1 2980757"/>
                <a:gd name="f545" fmla="*/ f414 1 5275533"/>
                <a:gd name="f546" fmla="*/ f415 1 2980757"/>
                <a:gd name="f547" fmla="*/ f416 1 5275533"/>
                <a:gd name="f548" fmla="*/ f417 1 2980757"/>
                <a:gd name="f549" fmla="*/ f418 1 5275533"/>
                <a:gd name="f550" fmla="*/ f419 1 2980757"/>
                <a:gd name="f551" fmla="*/ f420 1 5275533"/>
                <a:gd name="f552" fmla="*/ f421 1 2980757"/>
                <a:gd name="f553" fmla="*/ f422 1 5275533"/>
                <a:gd name="f554" fmla="*/ f423 1 2980757"/>
                <a:gd name="f555" fmla="*/ f424 1 5275533"/>
                <a:gd name="f556" fmla="*/ f425 1 2980757"/>
                <a:gd name="f557" fmla="*/ f426 1 5275533"/>
                <a:gd name="f558" fmla="*/ f427 1 2980757"/>
                <a:gd name="f559" fmla="*/ f428 1 5275533"/>
                <a:gd name="f560" fmla="*/ f429 1 2980757"/>
                <a:gd name="f561" fmla="*/ f430 1 5275533"/>
                <a:gd name="f562" fmla="*/ f431 1 2980757"/>
                <a:gd name="f563" fmla="*/ f432 1 5275533"/>
                <a:gd name="f564" fmla="*/ f433 1 2980757"/>
                <a:gd name="f565" fmla="*/ f434 1 5275533"/>
                <a:gd name="f566" fmla="*/ f435 1 2980757"/>
                <a:gd name="f567" fmla="*/ f436 1 5275533"/>
                <a:gd name="f568" fmla="*/ f437 1 2980757"/>
                <a:gd name="f569" fmla="*/ f438 1 5275533"/>
                <a:gd name="f570" fmla="*/ f439 1 2980757"/>
                <a:gd name="f571" fmla="*/ f440 1 5275533"/>
                <a:gd name="f572" fmla="*/ f441 1 2980757"/>
                <a:gd name="f573" fmla="*/ f442 1 5275533"/>
                <a:gd name="f574" fmla="*/ f443 1 2980757"/>
                <a:gd name="f575" fmla="*/ f444 1 5275533"/>
                <a:gd name="f576" fmla="*/ f445 1 2980757"/>
                <a:gd name="f577" fmla="*/ f446 1 5275533"/>
                <a:gd name="f578" fmla="*/ f447 1 2980757"/>
                <a:gd name="f579" fmla="*/ f448 1 5275533"/>
                <a:gd name="f580" fmla="*/ f449 1 2980757"/>
                <a:gd name="f581" fmla="*/ f450 1 5275533"/>
                <a:gd name="f582" fmla="*/ f451 1 2980757"/>
                <a:gd name="f583" fmla="*/ f452 1 5275533"/>
                <a:gd name="f584" fmla="*/ f453 1 2980757"/>
                <a:gd name="f585" fmla="*/ f454 1 5275533"/>
                <a:gd name="f586" fmla="*/ f455 1 2980757"/>
                <a:gd name="f587" fmla="*/ f456 1 5275533"/>
                <a:gd name="f588" fmla="*/ f457 1 2980757"/>
                <a:gd name="f589" fmla="*/ f458 1 5275533"/>
                <a:gd name="f590" fmla="*/ f459 1 2980757"/>
                <a:gd name="f591" fmla="*/ f5 1 f328"/>
                <a:gd name="f592" fmla="*/ f6 1 f328"/>
                <a:gd name="f593" fmla="*/ f5 1 f329"/>
                <a:gd name="f594" fmla="*/ f7 1 f329"/>
                <a:gd name="f595" fmla="+- f460 0 f1"/>
                <a:gd name="f596" fmla="*/ f461 1 f328"/>
                <a:gd name="f597" fmla="*/ f462 1 f329"/>
                <a:gd name="f598" fmla="*/ f463 1 f328"/>
                <a:gd name="f599" fmla="*/ f464 1 f328"/>
                <a:gd name="f600" fmla="*/ f465 1 f329"/>
                <a:gd name="f601" fmla="*/ f466 1 f328"/>
                <a:gd name="f602" fmla="*/ f467 1 f329"/>
                <a:gd name="f603" fmla="*/ f468 1 f328"/>
                <a:gd name="f604" fmla="*/ f469 1 f329"/>
                <a:gd name="f605" fmla="*/ f470 1 f328"/>
                <a:gd name="f606" fmla="*/ f471 1 f329"/>
                <a:gd name="f607" fmla="*/ f472 1 f328"/>
                <a:gd name="f608" fmla="*/ f473 1 f329"/>
                <a:gd name="f609" fmla="*/ f474 1 f328"/>
                <a:gd name="f610" fmla="*/ f475 1 f329"/>
                <a:gd name="f611" fmla="*/ f476 1 f328"/>
                <a:gd name="f612" fmla="*/ f477 1 f329"/>
                <a:gd name="f613" fmla="*/ f478 1 f328"/>
                <a:gd name="f614" fmla="*/ f479 1 f329"/>
                <a:gd name="f615" fmla="*/ f480 1 f328"/>
                <a:gd name="f616" fmla="*/ f481 1 f329"/>
                <a:gd name="f617" fmla="*/ f482 1 f328"/>
                <a:gd name="f618" fmla="*/ f483 1 f329"/>
                <a:gd name="f619" fmla="*/ f484 1 f328"/>
                <a:gd name="f620" fmla="*/ f485 1 f329"/>
                <a:gd name="f621" fmla="*/ f486 1 f328"/>
                <a:gd name="f622" fmla="*/ f487 1 f329"/>
                <a:gd name="f623" fmla="*/ f488 1 f328"/>
                <a:gd name="f624" fmla="*/ f489 1 f329"/>
                <a:gd name="f625" fmla="*/ f490 1 f328"/>
                <a:gd name="f626" fmla="*/ f491 1 f329"/>
                <a:gd name="f627" fmla="*/ f492 1 f328"/>
                <a:gd name="f628" fmla="*/ f493 1 f329"/>
                <a:gd name="f629" fmla="*/ f494 1 f328"/>
                <a:gd name="f630" fmla="*/ f495 1 f329"/>
                <a:gd name="f631" fmla="*/ f496 1 f328"/>
                <a:gd name="f632" fmla="*/ f497 1 f329"/>
                <a:gd name="f633" fmla="*/ f498 1 f328"/>
                <a:gd name="f634" fmla="*/ f499 1 f329"/>
                <a:gd name="f635" fmla="*/ f500 1 f328"/>
                <a:gd name="f636" fmla="*/ f501 1 f329"/>
                <a:gd name="f637" fmla="*/ f502 1 f328"/>
                <a:gd name="f638" fmla="*/ f503 1 f329"/>
                <a:gd name="f639" fmla="*/ f504 1 f328"/>
                <a:gd name="f640" fmla="*/ f505 1 f329"/>
                <a:gd name="f641" fmla="*/ f506 1 f328"/>
                <a:gd name="f642" fmla="*/ f507 1 f329"/>
                <a:gd name="f643" fmla="*/ f508 1 f328"/>
                <a:gd name="f644" fmla="*/ f509 1 f329"/>
                <a:gd name="f645" fmla="*/ f510 1 f328"/>
                <a:gd name="f646" fmla="*/ f511 1 f329"/>
                <a:gd name="f647" fmla="*/ f512 1 f328"/>
                <a:gd name="f648" fmla="*/ f513 1 f329"/>
                <a:gd name="f649" fmla="*/ f514 1 f328"/>
                <a:gd name="f650" fmla="*/ f515 1 f329"/>
                <a:gd name="f651" fmla="*/ f516 1 f328"/>
                <a:gd name="f652" fmla="*/ f517 1 f329"/>
                <a:gd name="f653" fmla="*/ f518 1 f328"/>
                <a:gd name="f654" fmla="*/ f519 1 f329"/>
                <a:gd name="f655" fmla="*/ f520 1 f328"/>
                <a:gd name="f656" fmla="*/ f521 1 f329"/>
                <a:gd name="f657" fmla="*/ f522 1 f328"/>
                <a:gd name="f658" fmla="*/ f523 1 f329"/>
                <a:gd name="f659" fmla="*/ f524 1 f328"/>
                <a:gd name="f660" fmla="*/ f525 1 f329"/>
                <a:gd name="f661" fmla="*/ f526 1 f328"/>
                <a:gd name="f662" fmla="*/ f527 1 f329"/>
                <a:gd name="f663" fmla="*/ f528 1 f328"/>
                <a:gd name="f664" fmla="*/ f529 1 f329"/>
                <a:gd name="f665" fmla="*/ f530 1 f329"/>
                <a:gd name="f666" fmla="*/ f531 1 f328"/>
                <a:gd name="f667" fmla="*/ f532 1 f329"/>
                <a:gd name="f668" fmla="*/ f533 1 f328"/>
                <a:gd name="f669" fmla="*/ f534 1 f329"/>
                <a:gd name="f670" fmla="*/ f535 1 f328"/>
                <a:gd name="f671" fmla="*/ f536 1 f329"/>
                <a:gd name="f672" fmla="*/ f537 1 f328"/>
                <a:gd name="f673" fmla="*/ f538 1 f329"/>
                <a:gd name="f674" fmla="*/ f539 1 f328"/>
                <a:gd name="f675" fmla="*/ f540 1 f329"/>
                <a:gd name="f676" fmla="*/ f541 1 f328"/>
                <a:gd name="f677" fmla="*/ f542 1 f329"/>
                <a:gd name="f678" fmla="*/ f543 1 f328"/>
                <a:gd name="f679" fmla="*/ f544 1 f329"/>
                <a:gd name="f680" fmla="*/ f545 1 f328"/>
                <a:gd name="f681" fmla="*/ f546 1 f329"/>
                <a:gd name="f682" fmla="*/ f547 1 f328"/>
                <a:gd name="f683" fmla="*/ f548 1 f329"/>
                <a:gd name="f684" fmla="*/ f549 1 f328"/>
                <a:gd name="f685" fmla="*/ f550 1 f329"/>
                <a:gd name="f686" fmla="*/ f551 1 f328"/>
                <a:gd name="f687" fmla="*/ f552 1 f329"/>
                <a:gd name="f688" fmla="*/ f553 1 f328"/>
                <a:gd name="f689" fmla="*/ f554 1 f329"/>
                <a:gd name="f690" fmla="*/ f555 1 f328"/>
                <a:gd name="f691" fmla="*/ f556 1 f329"/>
                <a:gd name="f692" fmla="*/ f557 1 f328"/>
                <a:gd name="f693" fmla="*/ f558 1 f329"/>
                <a:gd name="f694" fmla="*/ f559 1 f328"/>
                <a:gd name="f695" fmla="*/ f560 1 f329"/>
                <a:gd name="f696" fmla="*/ f561 1 f328"/>
                <a:gd name="f697" fmla="*/ f562 1 f329"/>
                <a:gd name="f698" fmla="*/ f563 1 f328"/>
                <a:gd name="f699" fmla="*/ f564 1 f329"/>
                <a:gd name="f700" fmla="*/ f565 1 f328"/>
                <a:gd name="f701" fmla="*/ f566 1 f329"/>
                <a:gd name="f702" fmla="*/ f567 1 f328"/>
                <a:gd name="f703" fmla="*/ f568 1 f329"/>
                <a:gd name="f704" fmla="*/ f569 1 f328"/>
                <a:gd name="f705" fmla="*/ f570 1 f329"/>
                <a:gd name="f706" fmla="*/ f571 1 f328"/>
                <a:gd name="f707" fmla="*/ f572 1 f329"/>
                <a:gd name="f708" fmla="*/ f573 1 f328"/>
                <a:gd name="f709" fmla="*/ f574 1 f329"/>
                <a:gd name="f710" fmla="*/ f575 1 f328"/>
                <a:gd name="f711" fmla="*/ f576 1 f329"/>
                <a:gd name="f712" fmla="*/ f577 1 f328"/>
                <a:gd name="f713" fmla="*/ f578 1 f329"/>
                <a:gd name="f714" fmla="*/ f579 1 f328"/>
                <a:gd name="f715" fmla="*/ f580 1 f329"/>
                <a:gd name="f716" fmla="*/ f581 1 f328"/>
                <a:gd name="f717" fmla="*/ f582 1 f329"/>
                <a:gd name="f718" fmla="*/ f583 1 f328"/>
                <a:gd name="f719" fmla="*/ f584 1 f329"/>
                <a:gd name="f720" fmla="*/ f585 1 f328"/>
                <a:gd name="f721" fmla="*/ f586 1 f329"/>
                <a:gd name="f722" fmla="*/ f587 1 f328"/>
                <a:gd name="f723" fmla="*/ f588 1 f329"/>
                <a:gd name="f724" fmla="*/ f589 1 f328"/>
                <a:gd name="f725" fmla="*/ f590 1 f329"/>
                <a:gd name="f726" fmla="*/ f591 f323 1"/>
                <a:gd name="f727" fmla="*/ f592 f323 1"/>
                <a:gd name="f728" fmla="*/ f594 f324 1"/>
                <a:gd name="f729" fmla="*/ f593 f324 1"/>
                <a:gd name="f730" fmla="*/ f596 f323 1"/>
                <a:gd name="f731" fmla="*/ f597 f324 1"/>
                <a:gd name="f732" fmla="*/ f598 f323 1"/>
                <a:gd name="f733" fmla="*/ f599 f323 1"/>
                <a:gd name="f734" fmla="*/ f600 f324 1"/>
                <a:gd name="f735" fmla="*/ f601 f323 1"/>
                <a:gd name="f736" fmla="*/ f602 f324 1"/>
                <a:gd name="f737" fmla="*/ f603 f323 1"/>
                <a:gd name="f738" fmla="*/ f604 f324 1"/>
                <a:gd name="f739" fmla="*/ f605 f323 1"/>
                <a:gd name="f740" fmla="*/ f606 f324 1"/>
                <a:gd name="f741" fmla="*/ f607 f323 1"/>
                <a:gd name="f742" fmla="*/ f608 f324 1"/>
                <a:gd name="f743" fmla="*/ f609 f323 1"/>
                <a:gd name="f744" fmla="*/ f610 f324 1"/>
                <a:gd name="f745" fmla="*/ f611 f323 1"/>
                <a:gd name="f746" fmla="*/ f612 f324 1"/>
                <a:gd name="f747" fmla="*/ f613 f323 1"/>
                <a:gd name="f748" fmla="*/ f614 f324 1"/>
                <a:gd name="f749" fmla="*/ f615 f323 1"/>
                <a:gd name="f750" fmla="*/ f616 f324 1"/>
                <a:gd name="f751" fmla="*/ f617 f323 1"/>
                <a:gd name="f752" fmla="*/ f618 f324 1"/>
                <a:gd name="f753" fmla="*/ f619 f323 1"/>
                <a:gd name="f754" fmla="*/ f620 f324 1"/>
                <a:gd name="f755" fmla="*/ f621 f323 1"/>
                <a:gd name="f756" fmla="*/ f622 f324 1"/>
                <a:gd name="f757" fmla="*/ f623 f323 1"/>
                <a:gd name="f758" fmla="*/ f624 f324 1"/>
                <a:gd name="f759" fmla="*/ f625 f323 1"/>
                <a:gd name="f760" fmla="*/ f626 f324 1"/>
                <a:gd name="f761" fmla="*/ f627 f323 1"/>
                <a:gd name="f762" fmla="*/ f628 f324 1"/>
                <a:gd name="f763" fmla="*/ f629 f323 1"/>
                <a:gd name="f764" fmla="*/ f630 f324 1"/>
                <a:gd name="f765" fmla="*/ f631 f323 1"/>
                <a:gd name="f766" fmla="*/ f632 f324 1"/>
                <a:gd name="f767" fmla="*/ f633 f323 1"/>
                <a:gd name="f768" fmla="*/ f634 f324 1"/>
                <a:gd name="f769" fmla="*/ f635 f323 1"/>
                <a:gd name="f770" fmla="*/ f636 f324 1"/>
                <a:gd name="f771" fmla="*/ f637 f323 1"/>
                <a:gd name="f772" fmla="*/ f638 f324 1"/>
                <a:gd name="f773" fmla="*/ f639 f323 1"/>
                <a:gd name="f774" fmla="*/ f640 f324 1"/>
                <a:gd name="f775" fmla="*/ f641 f323 1"/>
                <a:gd name="f776" fmla="*/ f642 f324 1"/>
                <a:gd name="f777" fmla="*/ f643 f323 1"/>
                <a:gd name="f778" fmla="*/ f644 f324 1"/>
                <a:gd name="f779" fmla="*/ f645 f323 1"/>
                <a:gd name="f780" fmla="*/ f646 f324 1"/>
                <a:gd name="f781" fmla="*/ f647 f323 1"/>
                <a:gd name="f782" fmla="*/ f648 f324 1"/>
                <a:gd name="f783" fmla="*/ f649 f323 1"/>
                <a:gd name="f784" fmla="*/ f650 f324 1"/>
                <a:gd name="f785" fmla="*/ f651 f323 1"/>
                <a:gd name="f786" fmla="*/ f652 f324 1"/>
                <a:gd name="f787" fmla="*/ f653 f323 1"/>
                <a:gd name="f788" fmla="*/ f654 f324 1"/>
                <a:gd name="f789" fmla="*/ f655 f323 1"/>
                <a:gd name="f790" fmla="*/ f656 f324 1"/>
                <a:gd name="f791" fmla="*/ f657 f323 1"/>
                <a:gd name="f792" fmla="*/ f658 f324 1"/>
                <a:gd name="f793" fmla="*/ f659 f323 1"/>
                <a:gd name="f794" fmla="*/ f660 f324 1"/>
                <a:gd name="f795" fmla="*/ f661 f323 1"/>
                <a:gd name="f796" fmla="*/ f662 f324 1"/>
                <a:gd name="f797" fmla="*/ f663 f323 1"/>
                <a:gd name="f798" fmla="*/ f664 f324 1"/>
                <a:gd name="f799" fmla="*/ f665 f324 1"/>
                <a:gd name="f800" fmla="*/ f666 f323 1"/>
                <a:gd name="f801" fmla="*/ f667 f324 1"/>
                <a:gd name="f802" fmla="*/ f668 f323 1"/>
                <a:gd name="f803" fmla="*/ f669 f324 1"/>
                <a:gd name="f804" fmla="*/ f670 f323 1"/>
                <a:gd name="f805" fmla="*/ f671 f324 1"/>
                <a:gd name="f806" fmla="*/ f672 f323 1"/>
                <a:gd name="f807" fmla="*/ f673 f324 1"/>
                <a:gd name="f808" fmla="*/ f674 f323 1"/>
                <a:gd name="f809" fmla="*/ f675 f324 1"/>
                <a:gd name="f810" fmla="*/ f676 f323 1"/>
                <a:gd name="f811" fmla="*/ f677 f324 1"/>
                <a:gd name="f812" fmla="*/ f678 f323 1"/>
                <a:gd name="f813" fmla="*/ f679 f324 1"/>
                <a:gd name="f814" fmla="*/ f680 f323 1"/>
                <a:gd name="f815" fmla="*/ f681 f324 1"/>
                <a:gd name="f816" fmla="*/ f682 f323 1"/>
                <a:gd name="f817" fmla="*/ f683 f324 1"/>
                <a:gd name="f818" fmla="*/ f684 f323 1"/>
                <a:gd name="f819" fmla="*/ f685 f324 1"/>
                <a:gd name="f820" fmla="*/ f686 f323 1"/>
                <a:gd name="f821" fmla="*/ f687 f324 1"/>
                <a:gd name="f822" fmla="*/ f688 f323 1"/>
                <a:gd name="f823" fmla="*/ f689 f324 1"/>
                <a:gd name="f824" fmla="*/ f690 f323 1"/>
                <a:gd name="f825" fmla="*/ f691 f324 1"/>
                <a:gd name="f826" fmla="*/ f692 f323 1"/>
                <a:gd name="f827" fmla="*/ f693 f324 1"/>
                <a:gd name="f828" fmla="*/ f694 f323 1"/>
                <a:gd name="f829" fmla="*/ f695 f324 1"/>
                <a:gd name="f830" fmla="*/ f696 f323 1"/>
                <a:gd name="f831" fmla="*/ f697 f324 1"/>
                <a:gd name="f832" fmla="*/ f698 f323 1"/>
                <a:gd name="f833" fmla="*/ f699 f324 1"/>
                <a:gd name="f834" fmla="*/ f700 f323 1"/>
                <a:gd name="f835" fmla="*/ f701 f324 1"/>
                <a:gd name="f836" fmla="*/ f702 f323 1"/>
                <a:gd name="f837" fmla="*/ f703 f324 1"/>
                <a:gd name="f838" fmla="*/ f704 f323 1"/>
                <a:gd name="f839" fmla="*/ f705 f324 1"/>
                <a:gd name="f840" fmla="*/ f706 f323 1"/>
                <a:gd name="f841" fmla="*/ f707 f324 1"/>
                <a:gd name="f842" fmla="*/ f708 f323 1"/>
                <a:gd name="f843" fmla="*/ f709 f324 1"/>
                <a:gd name="f844" fmla="*/ f710 f323 1"/>
                <a:gd name="f845" fmla="*/ f711 f324 1"/>
                <a:gd name="f846" fmla="*/ f712 f323 1"/>
                <a:gd name="f847" fmla="*/ f713 f324 1"/>
                <a:gd name="f848" fmla="*/ f714 f323 1"/>
                <a:gd name="f849" fmla="*/ f715 f324 1"/>
                <a:gd name="f850" fmla="*/ f716 f323 1"/>
                <a:gd name="f851" fmla="*/ f717 f324 1"/>
                <a:gd name="f852" fmla="*/ f718 f323 1"/>
                <a:gd name="f853" fmla="*/ f719 f324 1"/>
                <a:gd name="f854" fmla="*/ f720 f323 1"/>
                <a:gd name="f855" fmla="*/ f721 f324 1"/>
                <a:gd name="f856" fmla="*/ f722 f323 1"/>
                <a:gd name="f857" fmla="*/ f723 f324 1"/>
                <a:gd name="f858" fmla="*/ f724 f323 1"/>
                <a:gd name="f859" fmla="*/ f725 f324 1"/>
              </a:gdLst>
              <a:ahLst/>
              <a:cxnLst>
                <a:cxn ang="3cd4">
                  <a:pos x="hc" y="t"/>
                </a:cxn>
                <a:cxn ang="0">
                  <a:pos x="r" y="vc"/>
                </a:cxn>
                <a:cxn ang="cd4">
                  <a:pos x="hc" y="b"/>
                </a:cxn>
                <a:cxn ang="cd2">
                  <a:pos x="l" y="vc"/>
                </a:cxn>
                <a:cxn ang="f595">
                  <a:pos x="f730" y="f731"/>
                </a:cxn>
                <a:cxn ang="f595">
                  <a:pos x="f732" y="f731"/>
                </a:cxn>
                <a:cxn ang="f595">
                  <a:pos x="f733" y="f734"/>
                </a:cxn>
                <a:cxn ang="f595">
                  <a:pos x="f735" y="f736"/>
                </a:cxn>
                <a:cxn ang="f595">
                  <a:pos x="f737" y="f738"/>
                </a:cxn>
                <a:cxn ang="f595">
                  <a:pos x="f739" y="f740"/>
                </a:cxn>
                <a:cxn ang="f595">
                  <a:pos x="f741" y="f742"/>
                </a:cxn>
                <a:cxn ang="f595">
                  <a:pos x="f743" y="f744"/>
                </a:cxn>
                <a:cxn ang="f595">
                  <a:pos x="f745" y="f746"/>
                </a:cxn>
                <a:cxn ang="f595">
                  <a:pos x="f747" y="f748"/>
                </a:cxn>
                <a:cxn ang="f595">
                  <a:pos x="f749" y="f750"/>
                </a:cxn>
                <a:cxn ang="f595">
                  <a:pos x="f751" y="f752"/>
                </a:cxn>
                <a:cxn ang="f595">
                  <a:pos x="f753" y="f754"/>
                </a:cxn>
                <a:cxn ang="f595">
                  <a:pos x="f755" y="f756"/>
                </a:cxn>
                <a:cxn ang="f595">
                  <a:pos x="f757" y="f758"/>
                </a:cxn>
                <a:cxn ang="f595">
                  <a:pos x="f759" y="f760"/>
                </a:cxn>
                <a:cxn ang="f595">
                  <a:pos x="f761" y="f762"/>
                </a:cxn>
                <a:cxn ang="f595">
                  <a:pos x="f763" y="f764"/>
                </a:cxn>
                <a:cxn ang="f595">
                  <a:pos x="f765" y="f766"/>
                </a:cxn>
                <a:cxn ang="f595">
                  <a:pos x="f767" y="f768"/>
                </a:cxn>
                <a:cxn ang="f595">
                  <a:pos x="f769" y="f770"/>
                </a:cxn>
                <a:cxn ang="f595">
                  <a:pos x="f771" y="f772"/>
                </a:cxn>
                <a:cxn ang="f595">
                  <a:pos x="f773" y="f774"/>
                </a:cxn>
                <a:cxn ang="f595">
                  <a:pos x="f775" y="f776"/>
                </a:cxn>
                <a:cxn ang="f595">
                  <a:pos x="f777" y="f778"/>
                </a:cxn>
                <a:cxn ang="f595">
                  <a:pos x="f779" y="f780"/>
                </a:cxn>
                <a:cxn ang="f595">
                  <a:pos x="f781" y="f782"/>
                </a:cxn>
                <a:cxn ang="f595">
                  <a:pos x="f783" y="f784"/>
                </a:cxn>
                <a:cxn ang="f595">
                  <a:pos x="f785" y="f786"/>
                </a:cxn>
                <a:cxn ang="f595">
                  <a:pos x="f787" y="f788"/>
                </a:cxn>
                <a:cxn ang="f595">
                  <a:pos x="f789" y="f790"/>
                </a:cxn>
                <a:cxn ang="f595">
                  <a:pos x="f791" y="f792"/>
                </a:cxn>
                <a:cxn ang="f595">
                  <a:pos x="f793" y="f794"/>
                </a:cxn>
                <a:cxn ang="f595">
                  <a:pos x="f795" y="f796"/>
                </a:cxn>
                <a:cxn ang="f595">
                  <a:pos x="f797" y="f798"/>
                </a:cxn>
                <a:cxn ang="f595">
                  <a:pos x="f797" y="f799"/>
                </a:cxn>
                <a:cxn ang="f595">
                  <a:pos x="f800" y="f801"/>
                </a:cxn>
                <a:cxn ang="f595">
                  <a:pos x="f802" y="f803"/>
                </a:cxn>
                <a:cxn ang="f595">
                  <a:pos x="f804" y="f805"/>
                </a:cxn>
                <a:cxn ang="f595">
                  <a:pos x="f806" y="f807"/>
                </a:cxn>
                <a:cxn ang="f595">
                  <a:pos x="f808" y="f809"/>
                </a:cxn>
                <a:cxn ang="f595">
                  <a:pos x="f810" y="f811"/>
                </a:cxn>
                <a:cxn ang="f595">
                  <a:pos x="f812" y="f813"/>
                </a:cxn>
                <a:cxn ang="f595">
                  <a:pos x="f814" y="f815"/>
                </a:cxn>
                <a:cxn ang="f595">
                  <a:pos x="f816" y="f817"/>
                </a:cxn>
                <a:cxn ang="f595">
                  <a:pos x="f818" y="f819"/>
                </a:cxn>
                <a:cxn ang="f595">
                  <a:pos x="f820" y="f821"/>
                </a:cxn>
                <a:cxn ang="f595">
                  <a:pos x="f822" y="f823"/>
                </a:cxn>
                <a:cxn ang="f595">
                  <a:pos x="f824" y="f825"/>
                </a:cxn>
                <a:cxn ang="f595">
                  <a:pos x="f826" y="f827"/>
                </a:cxn>
                <a:cxn ang="f595">
                  <a:pos x="f828" y="f829"/>
                </a:cxn>
                <a:cxn ang="f595">
                  <a:pos x="f830" y="f831"/>
                </a:cxn>
                <a:cxn ang="f595">
                  <a:pos x="f832" y="f833"/>
                </a:cxn>
                <a:cxn ang="f595">
                  <a:pos x="f834" y="f835"/>
                </a:cxn>
                <a:cxn ang="f595">
                  <a:pos x="f836" y="f837"/>
                </a:cxn>
                <a:cxn ang="f595">
                  <a:pos x="f838" y="f839"/>
                </a:cxn>
                <a:cxn ang="f595">
                  <a:pos x="f840" y="f841"/>
                </a:cxn>
                <a:cxn ang="f595">
                  <a:pos x="f842" y="f843"/>
                </a:cxn>
                <a:cxn ang="f595">
                  <a:pos x="f844" y="f845"/>
                </a:cxn>
                <a:cxn ang="f595">
                  <a:pos x="f846" y="f847"/>
                </a:cxn>
                <a:cxn ang="f595">
                  <a:pos x="f848" y="f849"/>
                </a:cxn>
                <a:cxn ang="f595">
                  <a:pos x="f850" y="f851"/>
                </a:cxn>
                <a:cxn ang="f595">
                  <a:pos x="f852" y="f853"/>
                </a:cxn>
                <a:cxn ang="f595">
                  <a:pos x="f854" y="f855"/>
                </a:cxn>
                <a:cxn ang="f595">
                  <a:pos x="f856" y="f857"/>
                </a:cxn>
                <a:cxn ang="f595">
                  <a:pos x="f858" y="f859"/>
                </a:cxn>
              </a:cxnLst>
              <a:rect l="f726" t="f729" r="f727" b="f728"/>
              <a:pathLst>
                <a:path w="5275533" h="2980757">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lnTo>
                    <a:pt x="f53" y="f54"/>
                  </a:ln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83" y="f84"/>
                  </a:cubicBezTo>
                  <a:cubicBezTo>
                    <a:pt x="f85" y="f86"/>
                    <a:pt x="f87" y="f88"/>
                    <a:pt x="f89" y="f90"/>
                  </a:cubicBezTo>
                  <a:cubicBezTo>
                    <a:pt x="f91" y="f92"/>
                    <a:pt x="f93" y="f94"/>
                    <a:pt x="f95" y="f96"/>
                  </a:cubicBezTo>
                  <a:lnTo>
                    <a:pt x="f97" y="f98"/>
                  </a:lnTo>
                  <a:cubicBezTo>
                    <a:pt x="f99" y="f100"/>
                    <a:pt x="f101" y="f102"/>
                    <a:pt x="f103" y="f104"/>
                  </a:cubicBezTo>
                  <a:cubicBezTo>
                    <a:pt x="f105" y="f106"/>
                    <a:pt x="f107" y="f108"/>
                    <a:pt x="f109" y="f110"/>
                  </a:cubicBezTo>
                  <a:cubicBezTo>
                    <a:pt x="f111" y="f112"/>
                    <a:pt x="f113" y="f114"/>
                    <a:pt x="f115" y="f116"/>
                  </a:cubicBezTo>
                  <a:lnTo>
                    <a:pt x="f117" y="f118"/>
                  </a:lnTo>
                  <a:cubicBezTo>
                    <a:pt x="f119" y="f120"/>
                    <a:pt x="f121" y="f122"/>
                    <a:pt x="f123" y="f124"/>
                  </a:cubicBezTo>
                  <a:lnTo>
                    <a:pt x="f125" y="f126"/>
                  </a:lnTo>
                  <a:cubicBezTo>
                    <a:pt x="f127" y="f128"/>
                    <a:pt x="f129" y="f130"/>
                    <a:pt x="f131" y="f132"/>
                  </a:cubicBezTo>
                  <a:cubicBezTo>
                    <a:pt x="f133" y="f134"/>
                    <a:pt x="f135" y="f136"/>
                    <a:pt x="f137" y="f138"/>
                  </a:cubicBezTo>
                  <a:lnTo>
                    <a:pt x="f139" y="f140"/>
                  </a:lnTo>
                  <a:cubicBezTo>
                    <a:pt x="f141" y="f142"/>
                    <a:pt x="f143" y="f144"/>
                    <a:pt x="f145" y="f146"/>
                  </a:cubicBezTo>
                  <a:cubicBezTo>
                    <a:pt x="f147" y="f148"/>
                    <a:pt x="f149" y="f150"/>
                    <a:pt x="f151" y="f152"/>
                  </a:cubicBezTo>
                  <a:cubicBezTo>
                    <a:pt x="f153" y="f154"/>
                    <a:pt x="f155" y="f156"/>
                    <a:pt x="f157" y="f158"/>
                  </a:cubicBezTo>
                  <a:cubicBezTo>
                    <a:pt x="f159" y="f160"/>
                    <a:pt x="f161" y="f162"/>
                    <a:pt x="f163" y="f164"/>
                  </a:cubicBezTo>
                  <a:cubicBezTo>
                    <a:pt x="f165" y="f166"/>
                    <a:pt x="f167" y="f168"/>
                    <a:pt x="f169" y="f170"/>
                  </a:cubicBezTo>
                  <a:lnTo>
                    <a:pt x="f171" y="f172"/>
                  </a:lnTo>
                  <a:lnTo>
                    <a:pt x="f6" y="f173"/>
                  </a:lnTo>
                  <a:lnTo>
                    <a:pt x="f6" y="f174"/>
                  </a:lnTo>
                  <a:lnTo>
                    <a:pt x="f175" y="f176"/>
                  </a:lnTo>
                  <a:cubicBezTo>
                    <a:pt x="f177" y="f178"/>
                    <a:pt x="f179" y="f180"/>
                    <a:pt x="f181" y="f182"/>
                  </a:cubicBezTo>
                  <a:cubicBezTo>
                    <a:pt x="f183" y="f184"/>
                    <a:pt x="f185" y="f186"/>
                    <a:pt x="f187" y="f188"/>
                  </a:cubicBezTo>
                  <a:cubicBezTo>
                    <a:pt x="f189" y="f190"/>
                    <a:pt x="f191" y="f192"/>
                    <a:pt x="f193" y="f194"/>
                  </a:cubicBezTo>
                  <a:cubicBezTo>
                    <a:pt x="f195" y="f196"/>
                    <a:pt x="f197" y="f198"/>
                    <a:pt x="f199" y="f200"/>
                  </a:cubicBezTo>
                  <a:cubicBezTo>
                    <a:pt x="f201" y="f202"/>
                    <a:pt x="f203" y="f204"/>
                    <a:pt x="f205" y="f206"/>
                  </a:cubicBezTo>
                  <a:cubicBezTo>
                    <a:pt x="f207" y="f208"/>
                    <a:pt x="f209" y="f210"/>
                    <a:pt x="f211" y="f212"/>
                  </a:cubicBezTo>
                  <a:lnTo>
                    <a:pt x="f213" y="f214"/>
                  </a:lnTo>
                  <a:cubicBezTo>
                    <a:pt x="f215" y="f216"/>
                    <a:pt x="f217" y="f218"/>
                    <a:pt x="f219" y="f218"/>
                  </a:cubicBezTo>
                  <a:lnTo>
                    <a:pt x="f220" y="f221"/>
                  </a:lnTo>
                  <a:lnTo>
                    <a:pt x="f222" y="f223"/>
                  </a:lnTo>
                  <a:cubicBezTo>
                    <a:pt x="f224" y="f225"/>
                    <a:pt x="f226" y="f227"/>
                    <a:pt x="f228" y="f229"/>
                  </a:cubicBezTo>
                  <a:cubicBezTo>
                    <a:pt x="f230" y="f231"/>
                    <a:pt x="f232" y="f233"/>
                    <a:pt x="f234" y="f235"/>
                  </a:cubicBezTo>
                  <a:cubicBezTo>
                    <a:pt x="f236" y="f237"/>
                    <a:pt x="f238" y="f239"/>
                    <a:pt x="f240" y="f241"/>
                  </a:cubicBezTo>
                  <a:cubicBezTo>
                    <a:pt x="f242" y="f243"/>
                    <a:pt x="f244" y="f245"/>
                    <a:pt x="f246" y="f247"/>
                  </a:cubicBezTo>
                  <a:cubicBezTo>
                    <a:pt x="f248" y="f249"/>
                    <a:pt x="f250" y="f251"/>
                    <a:pt x="f252" y="f253"/>
                  </a:cubicBezTo>
                  <a:cubicBezTo>
                    <a:pt x="f254" y="f255"/>
                    <a:pt x="f256" y="f257"/>
                    <a:pt x="f258" y="f259"/>
                  </a:cubicBezTo>
                  <a:cubicBezTo>
                    <a:pt x="f260" y="f261"/>
                    <a:pt x="f262" y="f263"/>
                    <a:pt x="f264" y="f265"/>
                  </a:cubicBezTo>
                  <a:cubicBezTo>
                    <a:pt x="f266" y="f267"/>
                    <a:pt x="f268" y="f269"/>
                    <a:pt x="f270" y="f271"/>
                  </a:cubicBezTo>
                  <a:lnTo>
                    <a:pt x="f272" y="f273"/>
                  </a:lnTo>
                  <a:cubicBezTo>
                    <a:pt x="f274" y="f275"/>
                    <a:pt x="f276" y="f277"/>
                    <a:pt x="f278" y="f279"/>
                  </a:cubicBezTo>
                  <a:lnTo>
                    <a:pt x="f280" y="f281"/>
                  </a:lnTo>
                  <a:cubicBezTo>
                    <a:pt x="f282" y="f283"/>
                    <a:pt x="f284" y="f285"/>
                    <a:pt x="f286" y="f287"/>
                  </a:cubicBezTo>
                  <a:cubicBezTo>
                    <a:pt x="f288" y="f289"/>
                    <a:pt x="f290" y="f291"/>
                    <a:pt x="f292" y="f293"/>
                  </a:cubicBezTo>
                  <a:cubicBezTo>
                    <a:pt x="f294" y="f295"/>
                    <a:pt x="f296" y="f297"/>
                    <a:pt x="f298" y="f299"/>
                  </a:cubicBezTo>
                  <a:cubicBezTo>
                    <a:pt x="f300" y="f301"/>
                    <a:pt x="f302" y="f303"/>
                    <a:pt x="f304" y="f305"/>
                  </a:cubicBezTo>
                  <a:cubicBezTo>
                    <a:pt x="f306" y="f307"/>
                    <a:pt x="f308" y="f309"/>
                    <a:pt x="f310" y="f311"/>
                  </a:cubicBezTo>
                  <a:lnTo>
                    <a:pt x="f312" y="f313"/>
                  </a:lnTo>
                  <a:lnTo>
                    <a:pt x="f314" y="f315"/>
                  </a:lnTo>
                  <a:cubicBezTo>
                    <a:pt x="f316" y="f317"/>
                    <a:pt x="f318" y="f319"/>
                    <a:pt x="f320" y="f32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3" name="Freeform: Shape 20">
              <a:extLst>
                <a:ext uri="{FF2B5EF4-FFF2-40B4-BE49-F238E27FC236}">
                  <a16:creationId xmlns:a16="http://schemas.microsoft.com/office/drawing/2014/main" id="{3ABC83C3-A35F-E439-C3B6-A9EA3FBFB1EA}"/>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613805"/>
                <a:gd name="f9" fmla="val 618487"/>
                <a:gd name="f10" fmla="val 85404"/>
                <a:gd name="f11" fmla="val 650052"/>
                <a:gd name="f12" fmla="val 360109"/>
                <a:gd name="f13" fmla="val 792650"/>
                <a:gd name="f14" fmla="val 556543"/>
                <a:gd name="f15" fmla="val 1054084"/>
                <a:gd name="f16" fmla="val 895200"/>
                <a:gd name="f17" fmla="val 1126174"/>
                <a:gd name="f18" fmla="val 988542"/>
                <a:gd name="f19" fmla="val 1200716"/>
                <a:gd name="f20" fmla="val 1085128"/>
                <a:gd name="f21" fmla="val 1276976"/>
                <a:gd name="f22" fmla="val 1191325"/>
                <a:gd name="f23" fmla="val 1859704"/>
                <a:gd name="f24" fmla="val 2002688"/>
                <a:gd name="f25" fmla="val 2485223"/>
                <a:gd name="f26" fmla="val 2348843"/>
                <a:gd name="f27" fmla="val 3368450"/>
                <a:gd name="f28" fmla="val 3948114"/>
                <a:gd name="f29" fmla="val 4373422"/>
                <a:gd name="f30" fmla="val 2066846"/>
                <a:gd name="f31" fmla="val 4956151"/>
                <a:gd name="f32" fmla="val 1636730"/>
                <a:gd name="f33" fmla="val 5021253"/>
                <a:gd name="f34" fmla="val 1588668"/>
                <a:gd name="f35" fmla="val 5086356"/>
                <a:gd name="f36" fmla="val 1541186"/>
                <a:gd name="f37" fmla="val 5149372"/>
                <a:gd name="f38" fmla="val 1495325"/>
                <a:gd name="f39" fmla="val 1406110"/>
                <a:gd name="f40" fmla="val 2138641"/>
                <a:gd name="f41" fmla="val 5112925"/>
                <a:gd name="f42" fmla="val 2253730"/>
                <a:gd name="f43" fmla="val 4598179"/>
                <a:gd name="f44" fmla="val 2621786"/>
                <a:gd name="f45" fmla="val 4074961"/>
                <a:gd name="f46" fmla="val 3368327"/>
                <a:gd name="f47" fmla="val 2170746"/>
                <a:gd name="f48" fmla="val 1393203"/>
                <a:gd name="f49" fmla="val 2384512"/>
                <a:gd name="f50" fmla="val 769646"/>
                <a:gd name="f51" fmla="val 1516288"/>
                <a:gd name="f52" fmla="val 418850"/>
                <a:gd name="f53" fmla="val 1027932"/>
                <a:gd name="f54" fmla="val 48120"/>
                <a:gd name="f55" fmla="val 683401"/>
                <a:gd name="f56" fmla="val 3149"/>
                <a:gd name="f57" fmla="val 85252"/>
                <a:gd name="f58" fmla="+- 0 0 -90"/>
                <a:gd name="f59" fmla="*/ f3 1 5270786"/>
                <a:gd name="f60" fmla="*/ f4 1 2927775"/>
                <a:gd name="f61" fmla="+- f7 0 f5"/>
                <a:gd name="f62" fmla="+- f6 0 f5"/>
                <a:gd name="f63" fmla="*/ f58 f0 1"/>
                <a:gd name="f64" fmla="*/ f62 1 5270786"/>
                <a:gd name="f65" fmla="*/ f61 1 2927775"/>
                <a:gd name="f66" fmla="*/ 0 f62 1"/>
                <a:gd name="f67" fmla="*/ 0 f61 1"/>
                <a:gd name="f68" fmla="*/ 613805 f62 1"/>
                <a:gd name="f69" fmla="*/ 618487 f62 1"/>
                <a:gd name="f70" fmla="*/ 85404 f61 1"/>
                <a:gd name="f71" fmla="*/ 1054084 f62 1"/>
                <a:gd name="f72" fmla="*/ 895200 f61 1"/>
                <a:gd name="f73" fmla="*/ 1276976 f62 1"/>
                <a:gd name="f74" fmla="*/ 1191325 f61 1"/>
                <a:gd name="f75" fmla="*/ 3368450 f62 1"/>
                <a:gd name="f76" fmla="*/ 2348843 f61 1"/>
                <a:gd name="f77" fmla="*/ 4956151 f62 1"/>
                <a:gd name="f78" fmla="*/ 1636730 f61 1"/>
                <a:gd name="f79" fmla="*/ 5149372 f62 1"/>
                <a:gd name="f80" fmla="*/ 1495325 f61 1"/>
                <a:gd name="f81" fmla="*/ 5270786 f62 1"/>
                <a:gd name="f82" fmla="*/ 1406110 f61 1"/>
                <a:gd name="f83" fmla="*/ 2138641 f61 1"/>
                <a:gd name="f84" fmla="*/ 5112925 f62 1"/>
                <a:gd name="f85" fmla="*/ 2253730 f61 1"/>
                <a:gd name="f86" fmla="*/ 3368327 f62 1"/>
                <a:gd name="f87" fmla="*/ 2927775 f61 1"/>
                <a:gd name="f88" fmla="*/ 769646 f62 1"/>
                <a:gd name="f89" fmla="*/ 1516288 f61 1"/>
                <a:gd name="f90" fmla="*/ 3149 f62 1"/>
                <a:gd name="f91" fmla="*/ 85252 f61 1"/>
                <a:gd name="f92" fmla="*/ f63 1 f2"/>
                <a:gd name="f93" fmla="*/ f66 1 5270786"/>
                <a:gd name="f94" fmla="*/ f67 1 2927775"/>
                <a:gd name="f95" fmla="*/ f68 1 5270786"/>
                <a:gd name="f96" fmla="*/ f69 1 5270786"/>
                <a:gd name="f97" fmla="*/ f70 1 2927775"/>
                <a:gd name="f98" fmla="*/ f71 1 5270786"/>
                <a:gd name="f99" fmla="*/ f72 1 2927775"/>
                <a:gd name="f100" fmla="*/ f73 1 5270786"/>
                <a:gd name="f101" fmla="*/ f74 1 2927775"/>
                <a:gd name="f102" fmla="*/ f75 1 5270786"/>
                <a:gd name="f103" fmla="*/ f76 1 2927775"/>
                <a:gd name="f104" fmla="*/ f77 1 5270786"/>
                <a:gd name="f105" fmla="*/ f78 1 2927775"/>
                <a:gd name="f106" fmla="*/ f79 1 5270786"/>
                <a:gd name="f107" fmla="*/ f80 1 2927775"/>
                <a:gd name="f108" fmla="*/ f81 1 5270786"/>
                <a:gd name="f109" fmla="*/ f82 1 2927775"/>
                <a:gd name="f110" fmla="*/ f83 1 2927775"/>
                <a:gd name="f111" fmla="*/ f84 1 5270786"/>
                <a:gd name="f112" fmla="*/ f85 1 2927775"/>
                <a:gd name="f113" fmla="*/ f86 1 5270786"/>
                <a:gd name="f114" fmla="*/ f87 1 2927775"/>
                <a:gd name="f115" fmla="*/ f88 1 5270786"/>
                <a:gd name="f116" fmla="*/ f89 1 2927775"/>
                <a:gd name="f117" fmla="*/ f90 1 5270786"/>
                <a:gd name="f118" fmla="*/ f91 1 2927775"/>
                <a:gd name="f119" fmla="*/ f5 1 f64"/>
                <a:gd name="f120" fmla="*/ f6 1 f64"/>
                <a:gd name="f121" fmla="*/ f5 1 f65"/>
                <a:gd name="f122" fmla="*/ f7 1 f65"/>
                <a:gd name="f123" fmla="+- f92 0 f1"/>
                <a:gd name="f124" fmla="*/ f93 1 f64"/>
                <a:gd name="f125" fmla="*/ f94 1 f65"/>
                <a:gd name="f126" fmla="*/ f95 1 f64"/>
                <a:gd name="f127" fmla="*/ f96 1 f64"/>
                <a:gd name="f128" fmla="*/ f97 1 f65"/>
                <a:gd name="f129" fmla="*/ f98 1 f64"/>
                <a:gd name="f130" fmla="*/ f99 1 f65"/>
                <a:gd name="f131" fmla="*/ f100 1 f64"/>
                <a:gd name="f132" fmla="*/ f101 1 f65"/>
                <a:gd name="f133" fmla="*/ f102 1 f64"/>
                <a:gd name="f134" fmla="*/ f103 1 f65"/>
                <a:gd name="f135" fmla="*/ f104 1 f64"/>
                <a:gd name="f136" fmla="*/ f105 1 f65"/>
                <a:gd name="f137" fmla="*/ f106 1 f64"/>
                <a:gd name="f138" fmla="*/ f107 1 f65"/>
                <a:gd name="f139" fmla="*/ f108 1 f64"/>
                <a:gd name="f140" fmla="*/ f109 1 f65"/>
                <a:gd name="f141" fmla="*/ f110 1 f65"/>
                <a:gd name="f142" fmla="*/ f111 1 f64"/>
                <a:gd name="f143" fmla="*/ f112 1 f65"/>
                <a:gd name="f144" fmla="*/ f113 1 f64"/>
                <a:gd name="f145" fmla="*/ f114 1 f65"/>
                <a:gd name="f146" fmla="*/ f115 1 f64"/>
                <a:gd name="f147" fmla="*/ f116 1 f65"/>
                <a:gd name="f148" fmla="*/ f117 1 f64"/>
                <a:gd name="f149" fmla="*/ f118 1 f65"/>
                <a:gd name="f150" fmla="*/ f119 f59 1"/>
                <a:gd name="f151" fmla="*/ f120 f59 1"/>
                <a:gd name="f152" fmla="*/ f122 f60 1"/>
                <a:gd name="f153" fmla="*/ f121 f60 1"/>
                <a:gd name="f154" fmla="*/ f124 f59 1"/>
                <a:gd name="f155" fmla="*/ f125 f60 1"/>
                <a:gd name="f156" fmla="*/ f126 f59 1"/>
                <a:gd name="f157" fmla="*/ f127 f59 1"/>
                <a:gd name="f158" fmla="*/ f128 f60 1"/>
                <a:gd name="f159" fmla="*/ f129 f59 1"/>
                <a:gd name="f160" fmla="*/ f130 f60 1"/>
                <a:gd name="f161" fmla="*/ f131 f59 1"/>
                <a:gd name="f162" fmla="*/ f132 f60 1"/>
                <a:gd name="f163" fmla="*/ f133 f59 1"/>
                <a:gd name="f164" fmla="*/ f134 f60 1"/>
                <a:gd name="f165" fmla="*/ f135 f59 1"/>
                <a:gd name="f166" fmla="*/ f136 f60 1"/>
                <a:gd name="f167" fmla="*/ f137 f59 1"/>
                <a:gd name="f168" fmla="*/ f138 f60 1"/>
                <a:gd name="f169" fmla="*/ f139 f59 1"/>
                <a:gd name="f170" fmla="*/ f140 f60 1"/>
                <a:gd name="f171" fmla="*/ f141 f60 1"/>
                <a:gd name="f172" fmla="*/ f142 f59 1"/>
                <a:gd name="f173" fmla="*/ f143 f60 1"/>
                <a:gd name="f174" fmla="*/ f144 f59 1"/>
                <a:gd name="f175" fmla="*/ f145 f60 1"/>
                <a:gd name="f176" fmla="*/ f146 f59 1"/>
                <a:gd name="f177" fmla="*/ f147 f60 1"/>
                <a:gd name="f178" fmla="*/ f148 f59 1"/>
                <a:gd name="f179" fmla="*/ f149 f60 1"/>
              </a:gdLst>
              <a:ahLst/>
              <a:cxnLst>
                <a:cxn ang="3cd4">
                  <a:pos x="hc" y="t"/>
                </a:cxn>
                <a:cxn ang="0">
                  <a:pos x="r" y="vc"/>
                </a:cxn>
                <a:cxn ang="cd4">
                  <a:pos x="hc" y="b"/>
                </a:cxn>
                <a:cxn ang="cd2">
                  <a:pos x="l" y="vc"/>
                </a:cxn>
                <a:cxn ang="f123">
                  <a:pos x="f154" y="f155"/>
                </a:cxn>
                <a:cxn ang="f123">
                  <a:pos x="f156" y="f155"/>
                </a:cxn>
                <a:cxn ang="f123">
                  <a:pos x="f157" y="f158"/>
                </a:cxn>
                <a:cxn ang="f123">
                  <a:pos x="f159" y="f160"/>
                </a:cxn>
                <a:cxn ang="f123">
                  <a:pos x="f161" y="f162"/>
                </a:cxn>
                <a:cxn ang="f123">
                  <a:pos x="f163" y="f164"/>
                </a:cxn>
                <a:cxn ang="f123">
                  <a:pos x="f165" y="f166"/>
                </a:cxn>
                <a:cxn ang="f123">
                  <a:pos x="f167" y="f168"/>
                </a:cxn>
                <a:cxn ang="f123">
                  <a:pos x="f169" y="f170"/>
                </a:cxn>
                <a:cxn ang="f123">
                  <a:pos x="f169" y="f171"/>
                </a:cxn>
                <a:cxn ang="f123">
                  <a:pos x="f172" y="f173"/>
                </a:cxn>
                <a:cxn ang="f123">
                  <a:pos x="f174" y="f175"/>
                </a:cxn>
                <a:cxn ang="f123">
                  <a:pos x="f176" y="f177"/>
                </a:cxn>
                <a:cxn ang="f123">
                  <a:pos x="f178" y="f179"/>
                </a:cxn>
              </a:cxnLst>
              <a:rect l="f150" t="f153" r="f151" b="f15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6"/>
                  </a:cubicBezTo>
                  <a:cubicBezTo>
                    <a:pt x="f28" y="f26"/>
                    <a:pt x="f29" y="f30"/>
                    <a:pt x="f31" y="f32"/>
                  </a:cubicBezTo>
                  <a:cubicBezTo>
                    <a:pt x="f33" y="f34"/>
                    <a:pt x="f35" y="f36"/>
                    <a:pt x="f37" y="f38"/>
                  </a:cubicBezTo>
                  <a:lnTo>
                    <a:pt x="f6" y="f39"/>
                  </a:lnTo>
                  <a:lnTo>
                    <a:pt x="f6" y="f40"/>
                  </a:lnTo>
                  <a:lnTo>
                    <a:pt x="f41" y="f42"/>
                  </a:lnTo>
                  <a:cubicBezTo>
                    <a:pt x="f43" y="f44"/>
                    <a:pt x="f45" y="f7"/>
                    <a:pt x="f46" y="f7"/>
                  </a:cubicBezTo>
                  <a:cubicBezTo>
                    <a:pt x="f47" y="f7"/>
                    <a:pt x="f48" y="f49"/>
                    <a:pt x="f50" y="f51"/>
                  </a:cubicBezTo>
                  <a:cubicBezTo>
                    <a:pt x="f52" y="f53"/>
                    <a:pt x="f54" y="f55"/>
                    <a:pt x="f56" y="f57"/>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4" name="Freeform: Shape 21">
              <a:extLst>
                <a:ext uri="{FF2B5EF4-FFF2-40B4-BE49-F238E27FC236}">
                  <a16:creationId xmlns:a16="http://schemas.microsoft.com/office/drawing/2014/main" id="{A2A2397C-FF89-184A-E06D-A5786992F719}"/>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736294"/>
                <a:gd name="f9" fmla="val 740298"/>
                <a:gd name="f10" fmla="val 72745"/>
                <a:gd name="f11" fmla="val 768839"/>
                <a:gd name="f12" fmla="val 319371"/>
                <a:gd name="f13" fmla="val 898885"/>
                <a:gd name="f14" fmla="val 497858"/>
                <a:gd name="f15" fmla="val 1153024"/>
                <a:gd name="f16" fmla="val 826989"/>
                <a:gd name="f17" fmla="val 1225727"/>
                <a:gd name="f18" fmla="val 921142"/>
                <a:gd name="f19" fmla="val 1300882"/>
                <a:gd name="f20" fmla="val 1018537"/>
                <a:gd name="f21" fmla="val 1378368"/>
                <a:gd name="f22" fmla="val 1126356"/>
                <a:gd name="f23" fmla="val 1652384"/>
                <a:gd name="f24" fmla="val 1507833"/>
                <a:gd name="f25" fmla="val 1933512"/>
                <a:gd name="f26" fmla="val 1779060"/>
                <a:gd name="f27" fmla="val 2238056"/>
                <a:gd name="f28" fmla="val 1955322"/>
                <a:gd name="f29" fmla="val 2560868"/>
                <a:gd name="f30" fmla="val 2142238"/>
                <a:gd name="f31" fmla="val 2930637"/>
                <a:gd name="f32" fmla="val 2233033"/>
                <a:gd name="f33" fmla="val 3368327"/>
                <a:gd name="f34" fmla="val 3616720"/>
                <a:gd name="f35" fmla="val 3847703"/>
                <a:gd name="f36" fmla="val 2176866"/>
                <a:gd name="f37" fmla="val 4095360"/>
                <a:gd name="f38" fmla="val 2056192"/>
                <a:gd name="f39" fmla="val 4349636"/>
                <a:gd name="f40" fmla="val 1932276"/>
                <a:gd name="f41" fmla="val 4601340"/>
                <a:gd name="f42" fmla="val 1751613"/>
                <a:gd name="f43" fmla="val 4880506"/>
                <a:gd name="f44" fmla="val 1545587"/>
                <a:gd name="f45" fmla="val 4945974"/>
                <a:gd name="f46" fmla="val 1497295"/>
                <a:gd name="f47" fmla="val 5011199"/>
                <a:gd name="f48" fmla="val 1449697"/>
                <a:gd name="f49" fmla="val 5074340"/>
                <a:gd name="f50" fmla="val 1403721"/>
                <a:gd name="f51" fmla="val 1259367"/>
                <a:gd name="f52" fmla="val 2138641"/>
                <a:gd name="f53" fmla="val 5112925"/>
                <a:gd name="f54" fmla="val 2253730"/>
                <a:gd name="f55" fmla="val 4598179"/>
                <a:gd name="f56" fmla="val 2621786"/>
                <a:gd name="f57" fmla="val 4074961"/>
                <a:gd name="f58" fmla="val 2170746"/>
                <a:gd name="f59" fmla="val 1393203"/>
                <a:gd name="f60" fmla="val 2384512"/>
                <a:gd name="f61" fmla="val 769646"/>
                <a:gd name="f62" fmla="val 1516288"/>
                <a:gd name="f63" fmla="val 418850"/>
                <a:gd name="f64" fmla="val 1027932"/>
                <a:gd name="f65" fmla="val 48120"/>
                <a:gd name="f66" fmla="val 683401"/>
                <a:gd name="f67" fmla="val 3149"/>
                <a:gd name="f68" fmla="val 85252"/>
                <a:gd name="f69" fmla="+- 0 0 -90"/>
                <a:gd name="f70" fmla="*/ f3 1 5270786"/>
                <a:gd name="f71" fmla="*/ f4 1 2927775"/>
                <a:gd name="f72" fmla="+- f7 0 f5"/>
                <a:gd name="f73" fmla="+- f6 0 f5"/>
                <a:gd name="f74" fmla="*/ f69 f0 1"/>
                <a:gd name="f75" fmla="*/ f73 1 5270786"/>
                <a:gd name="f76" fmla="*/ f72 1 2927775"/>
                <a:gd name="f77" fmla="*/ 0 f73 1"/>
                <a:gd name="f78" fmla="*/ 0 f72 1"/>
                <a:gd name="f79" fmla="*/ 736294 f73 1"/>
                <a:gd name="f80" fmla="*/ 740298 f73 1"/>
                <a:gd name="f81" fmla="*/ 72745 f72 1"/>
                <a:gd name="f82" fmla="*/ 1153024 f73 1"/>
                <a:gd name="f83" fmla="*/ 826989 f72 1"/>
                <a:gd name="f84" fmla="*/ 1378368 f73 1"/>
                <a:gd name="f85" fmla="*/ 1126356 f72 1"/>
                <a:gd name="f86" fmla="*/ 2238056 f73 1"/>
                <a:gd name="f87" fmla="*/ 1955322 f72 1"/>
                <a:gd name="f88" fmla="*/ 3368327 f73 1"/>
                <a:gd name="f89" fmla="*/ 2233033 f72 1"/>
                <a:gd name="f90" fmla="*/ 4095360 f73 1"/>
                <a:gd name="f91" fmla="*/ 2056192 f72 1"/>
                <a:gd name="f92" fmla="*/ 4880506 f73 1"/>
                <a:gd name="f93" fmla="*/ 1545587 f72 1"/>
                <a:gd name="f94" fmla="*/ 5074340 f73 1"/>
                <a:gd name="f95" fmla="*/ 1403721 f72 1"/>
                <a:gd name="f96" fmla="*/ 5270786 f73 1"/>
                <a:gd name="f97" fmla="*/ 1259367 f72 1"/>
                <a:gd name="f98" fmla="*/ 2138641 f72 1"/>
                <a:gd name="f99" fmla="*/ 5112925 f73 1"/>
                <a:gd name="f100" fmla="*/ 2253730 f72 1"/>
                <a:gd name="f101" fmla="*/ 2927775 f72 1"/>
                <a:gd name="f102" fmla="*/ 769646 f73 1"/>
                <a:gd name="f103" fmla="*/ 1516288 f72 1"/>
                <a:gd name="f104" fmla="*/ 3149 f73 1"/>
                <a:gd name="f105" fmla="*/ 85252 f72 1"/>
                <a:gd name="f106" fmla="*/ f74 1 f2"/>
                <a:gd name="f107" fmla="*/ f77 1 5270786"/>
                <a:gd name="f108" fmla="*/ f78 1 2927775"/>
                <a:gd name="f109" fmla="*/ f79 1 5270786"/>
                <a:gd name="f110" fmla="*/ f80 1 5270786"/>
                <a:gd name="f111" fmla="*/ f81 1 2927775"/>
                <a:gd name="f112" fmla="*/ f82 1 5270786"/>
                <a:gd name="f113" fmla="*/ f83 1 2927775"/>
                <a:gd name="f114" fmla="*/ f84 1 5270786"/>
                <a:gd name="f115" fmla="*/ f85 1 2927775"/>
                <a:gd name="f116" fmla="*/ f86 1 5270786"/>
                <a:gd name="f117" fmla="*/ f87 1 2927775"/>
                <a:gd name="f118" fmla="*/ f88 1 5270786"/>
                <a:gd name="f119" fmla="*/ f89 1 2927775"/>
                <a:gd name="f120" fmla="*/ f90 1 5270786"/>
                <a:gd name="f121" fmla="*/ f91 1 2927775"/>
                <a:gd name="f122" fmla="*/ f92 1 5270786"/>
                <a:gd name="f123" fmla="*/ f93 1 2927775"/>
                <a:gd name="f124" fmla="*/ f94 1 5270786"/>
                <a:gd name="f125" fmla="*/ f95 1 2927775"/>
                <a:gd name="f126" fmla="*/ f96 1 5270786"/>
                <a:gd name="f127" fmla="*/ f97 1 2927775"/>
                <a:gd name="f128" fmla="*/ f98 1 2927775"/>
                <a:gd name="f129" fmla="*/ f99 1 5270786"/>
                <a:gd name="f130" fmla="*/ f100 1 2927775"/>
                <a:gd name="f131" fmla="*/ f101 1 2927775"/>
                <a:gd name="f132" fmla="*/ f102 1 5270786"/>
                <a:gd name="f133" fmla="*/ f103 1 2927775"/>
                <a:gd name="f134" fmla="*/ f104 1 5270786"/>
                <a:gd name="f135" fmla="*/ f105 1 2927775"/>
                <a:gd name="f136" fmla="*/ f5 1 f75"/>
                <a:gd name="f137" fmla="*/ f6 1 f75"/>
                <a:gd name="f138" fmla="*/ f5 1 f76"/>
                <a:gd name="f139" fmla="*/ f7 1 f76"/>
                <a:gd name="f140" fmla="+- f106 0 f1"/>
                <a:gd name="f141" fmla="*/ f107 1 f75"/>
                <a:gd name="f142" fmla="*/ f108 1 f76"/>
                <a:gd name="f143" fmla="*/ f109 1 f75"/>
                <a:gd name="f144" fmla="*/ f110 1 f75"/>
                <a:gd name="f145" fmla="*/ f111 1 f76"/>
                <a:gd name="f146" fmla="*/ f112 1 f75"/>
                <a:gd name="f147" fmla="*/ f113 1 f76"/>
                <a:gd name="f148" fmla="*/ f114 1 f75"/>
                <a:gd name="f149" fmla="*/ f115 1 f76"/>
                <a:gd name="f150" fmla="*/ f116 1 f75"/>
                <a:gd name="f151" fmla="*/ f117 1 f76"/>
                <a:gd name="f152" fmla="*/ f118 1 f75"/>
                <a:gd name="f153" fmla="*/ f119 1 f76"/>
                <a:gd name="f154" fmla="*/ f120 1 f75"/>
                <a:gd name="f155" fmla="*/ f121 1 f76"/>
                <a:gd name="f156" fmla="*/ f122 1 f75"/>
                <a:gd name="f157" fmla="*/ f123 1 f76"/>
                <a:gd name="f158" fmla="*/ f124 1 f75"/>
                <a:gd name="f159" fmla="*/ f125 1 f76"/>
                <a:gd name="f160" fmla="*/ f126 1 f75"/>
                <a:gd name="f161" fmla="*/ f127 1 f76"/>
                <a:gd name="f162" fmla="*/ f128 1 f76"/>
                <a:gd name="f163" fmla="*/ f129 1 f75"/>
                <a:gd name="f164" fmla="*/ f130 1 f76"/>
                <a:gd name="f165" fmla="*/ f131 1 f76"/>
                <a:gd name="f166" fmla="*/ f132 1 f75"/>
                <a:gd name="f167" fmla="*/ f133 1 f76"/>
                <a:gd name="f168" fmla="*/ f134 1 f75"/>
                <a:gd name="f169" fmla="*/ f135 1 f76"/>
                <a:gd name="f170" fmla="*/ f136 f70 1"/>
                <a:gd name="f171" fmla="*/ f137 f70 1"/>
                <a:gd name="f172" fmla="*/ f139 f71 1"/>
                <a:gd name="f173" fmla="*/ f138 f71 1"/>
                <a:gd name="f174" fmla="*/ f141 f70 1"/>
                <a:gd name="f175" fmla="*/ f142 f71 1"/>
                <a:gd name="f176" fmla="*/ f143 f70 1"/>
                <a:gd name="f177" fmla="*/ f144 f70 1"/>
                <a:gd name="f178" fmla="*/ f145 f71 1"/>
                <a:gd name="f179" fmla="*/ f146 f70 1"/>
                <a:gd name="f180" fmla="*/ f147 f71 1"/>
                <a:gd name="f181" fmla="*/ f148 f70 1"/>
                <a:gd name="f182" fmla="*/ f149 f71 1"/>
                <a:gd name="f183" fmla="*/ f150 f70 1"/>
                <a:gd name="f184" fmla="*/ f151 f71 1"/>
                <a:gd name="f185" fmla="*/ f152 f70 1"/>
                <a:gd name="f186" fmla="*/ f153 f71 1"/>
                <a:gd name="f187" fmla="*/ f154 f70 1"/>
                <a:gd name="f188" fmla="*/ f155 f71 1"/>
                <a:gd name="f189" fmla="*/ f156 f70 1"/>
                <a:gd name="f190" fmla="*/ f157 f71 1"/>
                <a:gd name="f191" fmla="*/ f158 f70 1"/>
                <a:gd name="f192" fmla="*/ f159 f71 1"/>
                <a:gd name="f193" fmla="*/ f160 f70 1"/>
                <a:gd name="f194" fmla="*/ f161 f71 1"/>
                <a:gd name="f195" fmla="*/ f162 f71 1"/>
                <a:gd name="f196" fmla="*/ f163 f70 1"/>
                <a:gd name="f197" fmla="*/ f164 f71 1"/>
                <a:gd name="f198" fmla="*/ f165 f71 1"/>
                <a:gd name="f199" fmla="*/ f166 f70 1"/>
                <a:gd name="f200" fmla="*/ f167 f71 1"/>
                <a:gd name="f201" fmla="*/ f168 f70 1"/>
                <a:gd name="f202" fmla="*/ f169 f71 1"/>
              </a:gdLst>
              <a:ahLst/>
              <a:cxnLst>
                <a:cxn ang="3cd4">
                  <a:pos x="hc" y="t"/>
                </a:cxn>
                <a:cxn ang="0">
                  <a:pos x="r" y="vc"/>
                </a:cxn>
                <a:cxn ang="cd4">
                  <a:pos x="hc" y="b"/>
                </a:cxn>
                <a:cxn ang="cd2">
                  <a:pos x="l" y="vc"/>
                </a:cxn>
                <a:cxn ang="f140">
                  <a:pos x="f174" y="f175"/>
                </a:cxn>
                <a:cxn ang="f140">
                  <a:pos x="f176" y="f175"/>
                </a:cxn>
                <a:cxn ang="f140">
                  <a:pos x="f177" y="f178"/>
                </a:cxn>
                <a:cxn ang="f140">
                  <a:pos x="f179" y="f180"/>
                </a:cxn>
                <a:cxn ang="f140">
                  <a:pos x="f181" y="f182"/>
                </a:cxn>
                <a:cxn ang="f140">
                  <a:pos x="f183" y="f184"/>
                </a:cxn>
                <a:cxn ang="f140">
                  <a:pos x="f185" y="f186"/>
                </a:cxn>
                <a:cxn ang="f140">
                  <a:pos x="f187" y="f188"/>
                </a:cxn>
                <a:cxn ang="f140">
                  <a:pos x="f189" y="f190"/>
                </a:cxn>
                <a:cxn ang="f140">
                  <a:pos x="f191" y="f192"/>
                </a:cxn>
                <a:cxn ang="f140">
                  <a:pos x="f193" y="f194"/>
                </a:cxn>
                <a:cxn ang="f140">
                  <a:pos x="f193" y="f195"/>
                </a:cxn>
                <a:cxn ang="f140">
                  <a:pos x="f196" y="f197"/>
                </a:cxn>
                <a:cxn ang="f140">
                  <a:pos x="f185" y="f198"/>
                </a:cxn>
                <a:cxn ang="f140">
                  <a:pos x="f199" y="f200"/>
                </a:cxn>
                <a:cxn ang="f140">
                  <a:pos x="f201" y="f202"/>
                </a:cxn>
              </a:cxnLst>
              <a:rect l="f170" t="f173" r="f171" b="f17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2"/>
                  </a:cubicBezTo>
                  <a:cubicBezTo>
                    <a:pt x="f34" y="f32"/>
                    <a:pt x="f35" y="f36"/>
                    <a:pt x="f37" y="f38"/>
                  </a:cubicBezTo>
                  <a:cubicBezTo>
                    <a:pt x="f39" y="f40"/>
                    <a:pt x="f41" y="f42"/>
                    <a:pt x="f43" y="f44"/>
                  </a:cubicBezTo>
                  <a:cubicBezTo>
                    <a:pt x="f45" y="f46"/>
                    <a:pt x="f47" y="f48"/>
                    <a:pt x="f49" y="f50"/>
                  </a:cubicBezTo>
                  <a:lnTo>
                    <a:pt x="f6" y="f51"/>
                  </a:lnTo>
                  <a:lnTo>
                    <a:pt x="f6" y="f52"/>
                  </a:lnTo>
                  <a:lnTo>
                    <a:pt x="f53" y="f54"/>
                  </a:lnTo>
                  <a:cubicBezTo>
                    <a:pt x="f55" y="f56"/>
                    <a:pt x="f57" y="f7"/>
                    <a:pt x="f33" y="f7"/>
                  </a:cubicBezTo>
                  <a:cubicBezTo>
                    <a:pt x="f58" y="f7"/>
                    <a:pt x="f59" y="f60"/>
                    <a:pt x="f61" y="f62"/>
                  </a:cubicBezTo>
                  <a:cubicBezTo>
                    <a:pt x="f63" y="f64"/>
                    <a:pt x="f65" y="f66"/>
                    <a:pt x="f67" y="f68"/>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sp>
        <p:nvSpPr>
          <p:cNvPr id="15" name="Rectangle 3">
            <a:extLst>
              <a:ext uri="{FF2B5EF4-FFF2-40B4-BE49-F238E27FC236}">
                <a16:creationId xmlns:a16="http://schemas.microsoft.com/office/drawing/2014/main" id="{2AEC6BEC-FE5A-F2AF-CF68-B93E37714B36}"/>
              </a:ext>
            </a:extLst>
          </p:cNvPr>
          <p:cNvSpPr/>
          <p:nvPr/>
        </p:nvSpPr>
        <p:spPr>
          <a:xfrm>
            <a:off x="3500112" y="915616"/>
            <a:ext cx="4570034"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Calibri"/>
              </a:rPr>
              <a:t>Ar</a:t>
            </a:r>
            <a:r>
              <a:rPr lang="en-GB" sz="1800" b="0" i="0" u="none" strike="noStrike" kern="0" cap="none" spc="0" baseline="0">
                <a:solidFill>
                  <a:srgbClr val="000000"/>
                </a:solidFill>
                <a:uFillTx/>
                <a:latin typeface="Calibri"/>
              </a:rPr>
              <a:t>gument with partner</a:t>
            </a:r>
            <a:endParaRPr lang="en-GB" sz="1800" b="0" i="0" u="none" strike="noStrike" kern="1200" cap="none" spc="0" baseline="0">
              <a:solidFill>
                <a:srgbClr val="000000"/>
              </a:solidFill>
              <a:uFillTx/>
              <a:latin typeface="Calibri"/>
            </a:endParaRPr>
          </a:p>
        </p:txBody>
      </p:sp>
      <p:sp>
        <p:nvSpPr>
          <p:cNvPr id="16" name="Rectangle 4">
            <a:extLst>
              <a:ext uri="{FF2B5EF4-FFF2-40B4-BE49-F238E27FC236}">
                <a16:creationId xmlns:a16="http://schemas.microsoft.com/office/drawing/2014/main" id="{81C678BE-3D85-E7AB-1D6C-F1F27F821D91}"/>
              </a:ext>
            </a:extLst>
          </p:cNvPr>
          <p:cNvSpPr/>
          <p:nvPr/>
        </p:nvSpPr>
        <p:spPr>
          <a:xfrm>
            <a:off x="3483982" y="2005571"/>
            <a:ext cx="4793787" cy="1747345"/>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Perceive comments as insults particularly around things linked to my body</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I am not being listened to</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I am right there is no other perspective of this situation</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Calibri"/>
            </a:endParaRPr>
          </a:p>
        </p:txBody>
      </p:sp>
      <p:sp>
        <p:nvSpPr>
          <p:cNvPr id="17" name="Rectangle 5">
            <a:extLst>
              <a:ext uri="{FF2B5EF4-FFF2-40B4-BE49-F238E27FC236}">
                <a16:creationId xmlns:a16="http://schemas.microsoft.com/office/drawing/2014/main" id="{48C7062D-80F2-74E5-0865-862A39545830}"/>
              </a:ext>
            </a:extLst>
          </p:cNvPr>
          <p:cNvSpPr/>
          <p:nvPr/>
        </p:nvSpPr>
        <p:spPr>
          <a:xfrm>
            <a:off x="8277770" y="3858548"/>
            <a:ext cx="3771479" cy="1445556"/>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0" cap="none" spc="0" baseline="0">
              <a:solidFill>
                <a:srgbClr val="000000"/>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Down and sorry for myself</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Angry</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Selfish</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0" cap="none" spc="0" baseline="0">
                <a:solidFill>
                  <a:srgbClr val="000000"/>
                </a:solidFill>
                <a:uFillTx/>
                <a:latin typeface="Calibri"/>
              </a:rPr>
              <a:t>Righteous</a:t>
            </a:r>
            <a:endParaRPr lang="en-GB" sz="1800" b="0" i="0" u="none" strike="noStrike" kern="1200" cap="none" spc="0" baseline="0">
              <a:solidFill>
                <a:srgbClr val="000000"/>
              </a:solidFill>
              <a:uFillTx/>
              <a:latin typeface="Calibri"/>
            </a:endParaRPr>
          </a:p>
        </p:txBody>
      </p:sp>
      <p:sp>
        <p:nvSpPr>
          <p:cNvPr id="18" name="Rectangle 6">
            <a:extLst>
              <a:ext uri="{FF2B5EF4-FFF2-40B4-BE49-F238E27FC236}">
                <a16:creationId xmlns:a16="http://schemas.microsoft.com/office/drawing/2014/main" id="{55EAE075-C871-7E60-C953-077A70D0118B}"/>
              </a:ext>
            </a:extLst>
          </p:cNvPr>
          <p:cNvSpPr/>
          <p:nvPr/>
        </p:nvSpPr>
        <p:spPr>
          <a:xfrm>
            <a:off x="4509107" y="5304105"/>
            <a:ext cx="3427088" cy="1445556"/>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0" cap="none" spc="0" baseline="0" dirty="0">
                <a:solidFill>
                  <a:srgbClr val="000000"/>
                </a:solidFill>
                <a:uFillTx/>
                <a:latin typeface="Calibri"/>
              </a:rPr>
              <a:t>T</a:t>
            </a:r>
            <a:r>
              <a:rPr lang="en-GB" sz="1800" b="0" i="0" u="none" strike="noStrike" kern="0" cap="none" spc="0" baseline="0" dirty="0" err="1">
                <a:solidFill>
                  <a:srgbClr val="000000"/>
                </a:solidFill>
                <a:uFillTx/>
                <a:latin typeface="Calibri"/>
              </a:rPr>
              <a:t>ension</a:t>
            </a:r>
            <a:r>
              <a:rPr lang="en-GB" sz="1800" b="0" i="0" u="none" strike="noStrike" kern="0" cap="none" spc="0" baseline="0" dirty="0">
                <a:solidFill>
                  <a:srgbClr val="000000"/>
                </a:solidFill>
                <a:uFillTx/>
                <a:latin typeface="Calibri"/>
              </a:rPr>
              <a:t> in my whole body</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Calibri"/>
              </a:rPr>
              <a:t>Sinking want ground to swallow</a:t>
            </a:r>
            <a:r>
              <a:rPr lang="en-GB" sz="1800" b="0" i="0" u="none" strike="noStrike" kern="0" cap="none" spc="0" baseline="0" dirty="0">
                <a:solidFill>
                  <a:srgbClr val="000000"/>
                </a:solidFill>
                <a:uFillTx/>
                <a:latin typeface="Calibri"/>
              </a:rPr>
              <a:t> me up</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kern="0" dirty="0">
                <a:solidFill>
                  <a:srgbClr val="000000"/>
                </a:solidFill>
                <a:latin typeface="Calibri"/>
              </a:rPr>
              <a:t>Random negative thoughts cause physical almost Cringe(?) reactions in my body, making weird noises, etc.</a:t>
            </a:r>
            <a:endParaRPr lang="en-GB" sz="1800" b="0" i="0" u="none" strike="noStrike" kern="1200" cap="none" spc="0" baseline="0" dirty="0">
              <a:solidFill>
                <a:srgbClr val="000000"/>
              </a:solidFill>
              <a:uFillTx/>
              <a:latin typeface="Calibri"/>
            </a:endParaRPr>
          </a:p>
        </p:txBody>
      </p:sp>
      <p:sp>
        <p:nvSpPr>
          <p:cNvPr id="19" name="Rectangle 8">
            <a:extLst>
              <a:ext uri="{FF2B5EF4-FFF2-40B4-BE49-F238E27FC236}">
                <a16:creationId xmlns:a16="http://schemas.microsoft.com/office/drawing/2014/main" id="{BF57D38B-3D69-39D8-8D95-FAD4348E0590}"/>
              </a:ext>
            </a:extLst>
          </p:cNvPr>
          <p:cNvSpPr/>
          <p:nvPr/>
        </p:nvSpPr>
        <p:spPr>
          <a:xfrm>
            <a:off x="-301" y="3212616"/>
            <a:ext cx="3439661" cy="2605802"/>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Calibri"/>
              </a:rPr>
              <a:t>I prioritize my needs and not my partners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0" cap="none" spc="0" baseline="0">
                <a:solidFill>
                  <a:srgbClr val="000000"/>
                </a:solidFill>
                <a:uFillTx/>
                <a:latin typeface="Calibri"/>
              </a:rPr>
              <a:t>Sometimes rise my voice and recognize it</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Calibri"/>
              </a:rPr>
              <a:t>Stop speaking and </a:t>
            </a:r>
            <a:r>
              <a:rPr lang="en-US" sz="1800" b="0" i="0" u="none" strike="noStrike" kern="0" cap="none" spc="0" baseline="0">
                <a:solidFill>
                  <a:srgbClr val="000000"/>
                </a:solidFill>
                <a:uFillTx/>
                <a:latin typeface="Calibri"/>
              </a:rPr>
              <a:t>put hand over mouth if raise voice or go back to normal volume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Calibri"/>
              </a:rPr>
              <a:t>Punch leg or stomach in past as release to get anger out</a:t>
            </a:r>
            <a:endParaRPr lang="en-GB" sz="1800" b="0" i="0" u="none" strike="noStrike" kern="1200" cap="none" spc="0" baseline="0">
              <a:solidFill>
                <a:srgbClr val="000000"/>
              </a:solidFill>
              <a:uFillTx/>
              <a:latin typeface="Calibri"/>
            </a:endParaRPr>
          </a:p>
        </p:txBody>
      </p:sp>
      <p:cxnSp>
        <p:nvCxnSpPr>
          <p:cNvPr id="20" name="Straight Arrow Connector 16">
            <a:extLst>
              <a:ext uri="{FF2B5EF4-FFF2-40B4-BE49-F238E27FC236}">
                <a16:creationId xmlns:a16="http://schemas.microsoft.com/office/drawing/2014/main" id="{3E1FC0C7-B384-A287-2EBB-0A23D27C732F}"/>
              </a:ext>
            </a:extLst>
          </p:cNvPr>
          <p:cNvCxnSpPr/>
          <p:nvPr/>
        </p:nvCxnSpPr>
        <p:spPr>
          <a:xfrm>
            <a:off x="8934593" y="2349038"/>
            <a:ext cx="1039316" cy="659027"/>
          </a:xfrm>
          <a:prstGeom prst="straightConnector1">
            <a:avLst/>
          </a:prstGeom>
          <a:noFill/>
          <a:ln w="6345" cap="flat">
            <a:solidFill>
              <a:srgbClr val="4472C4"/>
            </a:solidFill>
            <a:prstDash val="solid"/>
            <a:miter/>
            <a:headEnd type="arrow"/>
            <a:tailEnd type="arrow"/>
          </a:ln>
        </p:spPr>
      </p:cxnSp>
      <p:cxnSp>
        <p:nvCxnSpPr>
          <p:cNvPr id="21" name="Straight Arrow Connector 23">
            <a:extLst>
              <a:ext uri="{FF2B5EF4-FFF2-40B4-BE49-F238E27FC236}">
                <a16:creationId xmlns:a16="http://schemas.microsoft.com/office/drawing/2014/main" id="{D86FF2E4-845A-BA55-1B37-E2EF8AFCFFED}"/>
              </a:ext>
            </a:extLst>
          </p:cNvPr>
          <p:cNvCxnSpPr/>
          <p:nvPr/>
        </p:nvCxnSpPr>
        <p:spPr>
          <a:xfrm flipH="1">
            <a:off x="8615696" y="5622042"/>
            <a:ext cx="797713" cy="596463"/>
          </a:xfrm>
          <a:prstGeom prst="straightConnector1">
            <a:avLst/>
          </a:prstGeom>
          <a:noFill/>
          <a:ln w="6345" cap="flat">
            <a:solidFill>
              <a:srgbClr val="4472C4"/>
            </a:solidFill>
            <a:prstDash val="solid"/>
            <a:miter/>
            <a:headEnd type="arrow"/>
            <a:tailEnd type="arrow"/>
          </a:ln>
        </p:spPr>
      </p:cxnSp>
      <p:cxnSp>
        <p:nvCxnSpPr>
          <p:cNvPr id="22" name="Straight Arrow Connector 25">
            <a:extLst>
              <a:ext uri="{FF2B5EF4-FFF2-40B4-BE49-F238E27FC236}">
                <a16:creationId xmlns:a16="http://schemas.microsoft.com/office/drawing/2014/main" id="{CB4165DF-64C1-2FDF-57BB-90A4D786C06D}"/>
              </a:ext>
            </a:extLst>
          </p:cNvPr>
          <p:cNvCxnSpPr/>
          <p:nvPr/>
        </p:nvCxnSpPr>
        <p:spPr>
          <a:xfrm>
            <a:off x="3341409" y="5168463"/>
            <a:ext cx="914400" cy="914400"/>
          </a:xfrm>
          <a:prstGeom prst="straightConnector1">
            <a:avLst/>
          </a:prstGeom>
          <a:noFill/>
          <a:ln w="6345" cap="flat">
            <a:solidFill>
              <a:srgbClr val="4472C4"/>
            </a:solidFill>
            <a:prstDash val="solid"/>
            <a:miter/>
            <a:headEnd type="arrow"/>
            <a:tailEnd type="arrow"/>
          </a:ln>
        </p:spPr>
      </p:cxnSp>
      <p:cxnSp>
        <p:nvCxnSpPr>
          <p:cNvPr id="23" name="Straight Arrow Connector 27">
            <a:extLst>
              <a:ext uri="{FF2B5EF4-FFF2-40B4-BE49-F238E27FC236}">
                <a16:creationId xmlns:a16="http://schemas.microsoft.com/office/drawing/2014/main" id="{72A5A324-31FD-66EE-75A5-6A0E47E75C25}"/>
              </a:ext>
            </a:extLst>
          </p:cNvPr>
          <p:cNvCxnSpPr/>
          <p:nvPr/>
        </p:nvCxnSpPr>
        <p:spPr>
          <a:xfrm flipV="1">
            <a:off x="1883874" y="2551761"/>
            <a:ext cx="1115440" cy="661038"/>
          </a:xfrm>
          <a:prstGeom prst="straightConnector1">
            <a:avLst/>
          </a:prstGeom>
          <a:noFill/>
          <a:ln w="6345" cap="flat">
            <a:solidFill>
              <a:srgbClr val="4472C4"/>
            </a:solidFill>
            <a:prstDash val="solid"/>
            <a:miter/>
            <a:headEnd type="arrow"/>
            <a:tailEnd type="arrow"/>
          </a:ln>
        </p:spPr>
      </p:cxnSp>
      <p:cxnSp>
        <p:nvCxnSpPr>
          <p:cNvPr id="24" name="Straight Arrow Connector 35">
            <a:extLst>
              <a:ext uri="{FF2B5EF4-FFF2-40B4-BE49-F238E27FC236}">
                <a16:creationId xmlns:a16="http://schemas.microsoft.com/office/drawing/2014/main" id="{4ED5C888-678F-C7E3-8F60-382F11E38903}"/>
              </a:ext>
            </a:extLst>
          </p:cNvPr>
          <p:cNvCxnSpPr/>
          <p:nvPr/>
        </p:nvCxnSpPr>
        <p:spPr>
          <a:xfrm>
            <a:off x="4724247" y="4547823"/>
            <a:ext cx="2121774" cy="0"/>
          </a:xfrm>
          <a:prstGeom prst="straightConnector1">
            <a:avLst/>
          </a:prstGeom>
          <a:noFill/>
          <a:ln w="6345" cap="flat">
            <a:solidFill>
              <a:srgbClr val="4472C4"/>
            </a:solidFill>
            <a:prstDash val="solid"/>
            <a:miter/>
            <a:headEnd type="arrow"/>
            <a:tailEnd type="arrow"/>
          </a:ln>
        </p:spPr>
      </p:cxnSp>
      <p:cxnSp>
        <p:nvCxnSpPr>
          <p:cNvPr id="25" name="Straight Arrow Connector 39">
            <a:extLst>
              <a:ext uri="{FF2B5EF4-FFF2-40B4-BE49-F238E27FC236}">
                <a16:creationId xmlns:a16="http://schemas.microsoft.com/office/drawing/2014/main" id="{B270BE01-623E-C556-CB1F-7246A7E4046E}"/>
              </a:ext>
            </a:extLst>
          </p:cNvPr>
          <p:cNvCxnSpPr/>
          <p:nvPr/>
        </p:nvCxnSpPr>
        <p:spPr>
          <a:xfrm>
            <a:off x="5815391" y="4090623"/>
            <a:ext cx="0" cy="914400"/>
          </a:xfrm>
          <a:prstGeom prst="straightConnector1">
            <a:avLst/>
          </a:prstGeom>
          <a:noFill/>
          <a:ln w="6345" cap="flat">
            <a:solidFill>
              <a:srgbClr val="4472C4"/>
            </a:solidFill>
            <a:prstDash val="solid"/>
            <a:miter/>
            <a:headEnd type="arrow"/>
            <a:tailEnd type="arrow"/>
          </a:ln>
        </p:spPr>
      </p:cxnSp>
      <p:sp>
        <p:nvSpPr>
          <p:cNvPr id="26" name="TextBox 25">
            <a:extLst>
              <a:ext uri="{FF2B5EF4-FFF2-40B4-BE49-F238E27FC236}">
                <a16:creationId xmlns:a16="http://schemas.microsoft.com/office/drawing/2014/main" id="{52FA829B-C53F-EC15-79C9-57BCC3B06B78}"/>
              </a:ext>
            </a:extLst>
          </p:cNvPr>
          <p:cNvSpPr txBox="1"/>
          <p:nvPr/>
        </p:nvSpPr>
        <p:spPr>
          <a:xfrm>
            <a:off x="370386" y="567156"/>
            <a:ext cx="2801081" cy="2031321"/>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Situation- Social situation</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T-Worries re what others think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F-Feel paranoid, did he like me</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B-Post and pre processing</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Withdraw from people</a:t>
            </a:r>
            <a:endParaRPr lang="en-GB" sz="1800" b="0" i="0" u="none" strike="noStrike" kern="1200" cap="none" spc="0" baseline="0">
              <a:solidFill>
                <a:srgbClr val="000000"/>
              </a:solidFill>
              <a:uFillTx/>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C7419513-C34D-69D4-5E75-66544CCDAC36}"/>
              </a:ext>
            </a:extLst>
          </p:cNvPr>
          <p:cNvSpPr>
            <a:spLocks noMove="1" noResize="1"/>
          </p:cNvSpPr>
          <p:nvPr/>
        </p:nvSpPr>
        <p:spPr>
          <a:xfrm>
            <a:off x="0"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Rectangle 9">
            <a:extLst>
              <a:ext uri="{FF2B5EF4-FFF2-40B4-BE49-F238E27FC236}">
                <a16:creationId xmlns:a16="http://schemas.microsoft.com/office/drawing/2014/main" id="{A32BEF73-4762-D631-BE1E-560800FA55E6}"/>
              </a:ext>
            </a:extLst>
          </p:cNvPr>
          <p:cNvSpPr>
            <a:spLocks noMove="1" noResize="1"/>
          </p:cNvSpPr>
          <p:nvPr/>
        </p:nvSpPr>
        <p:spPr>
          <a:xfrm>
            <a:off x="301"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4" name="Title 1">
            <a:extLst>
              <a:ext uri="{FF2B5EF4-FFF2-40B4-BE49-F238E27FC236}">
                <a16:creationId xmlns:a16="http://schemas.microsoft.com/office/drawing/2014/main" id="{78CCCD16-2EF7-45DF-7F4F-268286DC975B}"/>
              </a:ext>
            </a:extLst>
          </p:cNvPr>
          <p:cNvSpPr txBox="1">
            <a:spLocks noGrp="1"/>
          </p:cNvSpPr>
          <p:nvPr>
            <p:ph type="ctrTitle"/>
          </p:nvPr>
        </p:nvSpPr>
        <p:spPr>
          <a:xfrm>
            <a:off x="804672" y="940387"/>
            <a:ext cx="10021449" cy="2944459"/>
          </a:xfrm>
        </p:spPr>
        <p:txBody>
          <a:bodyPr>
            <a:normAutofit fontScale="90000"/>
          </a:bodyPr>
          <a:lstStyle/>
          <a:p>
            <a:pPr lvl="0"/>
            <a:r>
              <a:rPr lang="en-GB" sz="5200">
                <a:solidFill>
                  <a:srgbClr val="44546A"/>
                </a:solidFill>
              </a:rPr>
              <a:t>Your hot cross bun</a:t>
            </a:r>
            <a:br>
              <a:rPr lang="en-GB" sz="5200">
                <a:solidFill>
                  <a:srgbClr val="44546A"/>
                </a:solidFill>
              </a:rPr>
            </a:br>
            <a:br>
              <a:rPr lang="en-GB" sz="5200">
                <a:solidFill>
                  <a:srgbClr val="44546A"/>
                </a:solidFill>
              </a:rPr>
            </a:br>
            <a:br>
              <a:rPr lang="en-GB" sz="5200">
                <a:solidFill>
                  <a:srgbClr val="44546A"/>
                </a:solidFill>
              </a:rPr>
            </a:br>
            <a:endParaRPr lang="en-GB" sz="5200">
              <a:solidFill>
                <a:srgbClr val="44546A"/>
              </a:solidFill>
            </a:endParaRPr>
          </a:p>
        </p:txBody>
      </p:sp>
      <p:grpSp>
        <p:nvGrpSpPr>
          <p:cNvPr id="5" name="Group 11">
            <a:extLst>
              <a:ext uri="{FF2B5EF4-FFF2-40B4-BE49-F238E27FC236}">
                <a16:creationId xmlns:a16="http://schemas.microsoft.com/office/drawing/2014/main" id="{6A5D4491-F868-ECDC-4FFC-B3C0C40E9D34}"/>
              </a:ext>
            </a:extLst>
          </p:cNvPr>
          <p:cNvGrpSpPr/>
          <p:nvPr/>
        </p:nvGrpSpPr>
        <p:grpSpPr>
          <a:xfrm>
            <a:off x="-301" y="-1298"/>
            <a:ext cx="2514947" cy="2174332"/>
            <a:chOff x="-301" y="-1298"/>
            <a:chExt cx="2514947" cy="2174332"/>
          </a:xfrm>
        </p:grpSpPr>
        <p:sp>
          <p:nvSpPr>
            <p:cNvPr id="6" name="Freeform: Shape 12">
              <a:extLst>
                <a:ext uri="{FF2B5EF4-FFF2-40B4-BE49-F238E27FC236}">
                  <a16:creationId xmlns:a16="http://schemas.microsoft.com/office/drawing/2014/main" id="{C740B1C1-6899-C2C5-1358-73D8D87D5EB3}"/>
                </a:ext>
              </a:extLst>
            </p:cNvPr>
            <p:cNvSpPr/>
            <p:nvPr/>
          </p:nvSpPr>
          <p:spPr>
            <a:xfrm>
              <a:off x="-301" y="2852"/>
              <a:ext cx="2514947" cy="2170182"/>
            </a:xfrm>
            <a:custGeom>
              <a:avLst/>
              <a:gdLst>
                <a:gd name="f0" fmla="val 10800000"/>
                <a:gd name="f1" fmla="val 5400000"/>
                <a:gd name="f2" fmla="val 180"/>
                <a:gd name="f3" fmla="val w"/>
                <a:gd name="f4" fmla="val h"/>
                <a:gd name="f5" fmla="val 0"/>
                <a:gd name="f6" fmla="val 2514948"/>
                <a:gd name="f7" fmla="val 2170178"/>
                <a:gd name="f8" fmla="val 2466091"/>
                <a:gd name="f9" fmla="val 2512286"/>
                <a:gd name="f10" fmla="val 12375"/>
                <a:gd name="f11" fmla="val 2481760"/>
                <a:gd name="f12" fmla="val 133161"/>
                <a:gd name="f13" fmla="val 2442526"/>
                <a:gd name="f14" fmla="val 252239"/>
                <a:gd name="f15" fmla="val 2394961"/>
                <a:gd name="f16" fmla="val 368660"/>
                <a:gd name="f17" fmla="val 2363109"/>
                <a:gd name="f18" fmla="val 446208"/>
                <a:gd name="f19" fmla="val 2328603"/>
                <a:gd name="f20" fmla="val 523039"/>
                <a:gd name="f21" fmla="val 2289734"/>
                <a:gd name="f22" fmla="val 598078"/>
                <a:gd name="f23" fmla="val 2251436"/>
                <a:gd name="f24" fmla="val 673387"/>
                <a:gd name="f25" fmla="val 2209251"/>
                <a:gd name="f26" fmla="val 747083"/>
                <a:gd name="f27" fmla="val 2163747"/>
                <a:gd name="f28" fmla="val 819078"/>
                <a:gd name="f29" fmla="val 2072646"/>
                <a:gd name="f30" fmla="val 962979"/>
                <a:gd name="f31" fmla="val 1968652"/>
                <a:gd name="f32" fmla="val 1100611"/>
                <a:gd name="f33" fmla="val 1852241"/>
                <a:gd name="f34" fmla="val 1228932"/>
                <a:gd name="f35" fmla="val 1793748"/>
                <a:gd name="f36" fmla="val 1292868"/>
                <a:gd name="f37" fmla="val 1732698"/>
                <a:gd name="f38" fmla="val 1354923"/>
                <a:gd name="f39" fmla="val 1668235"/>
                <a:gd name="f40" fmla="val 1413844"/>
                <a:gd name="f41" fmla="val 1652214"/>
                <a:gd name="f42" fmla="val 1428709"/>
                <a:gd name="f43" fmla="val 1636100"/>
                <a:gd name="f44" fmla="val 1443395"/>
                <a:gd name="f45" fmla="val 1619510"/>
                <a:gd name="f46" fmla="val 1457722"/>
                <a:gd name="f47" fmla="val 1603015"/>
                <a:gd name="f48" fmla="val 1472140"/>
                <a:gd name="f49" fmla="val 1586805"/>
                <a:gd name="f50" fmla="val 1486825"/>
                <a:gd name="f51" fmla="val 1569835"/>
                <a:gd name="f52" fmla="val 1500704"/>
                <a:gd name="f53" fmla="val 1536276"/>
                <a:gd name="f54" fmla="val 1528911"/>
                <a:gd name="f55" fmla="val 1501865"/>
                <a:gd name="f56" fmla="val 1556223"/>
                <a:gd name="f57" fmla="val 1467169"/>
                <a:gd name="f58" fmla="val 1583266"/>
                <a:gd name="f59" fmla="val 1327719"/>
                <a:gd name="f60" fmla="val 1690722"/>
                <a:gd name="f61" fmla="val 1177085"/>
                <a:gd name="f62" fmla="val 1785910"/>
                <a:gd name="f63" fmla="val 1018393"/>
                <a:gd name="f64" fmla="val 1867576"/>
                <a:gd name="f65" fmla="val 780425"/>
                <a:gd name="f66" fmla="val 1990142"/>
                <a:gd name="f67" fmla="val 522567"/>
                <a:gd name="f68" fmla="val 2080875"/>
                <a:gd name="f69" fmla="val 255857"/>
                <a:gd name="f70" fmla="val 2133049"/>
                <a:gd name="f71" fmla="val 1940056"/>
                <a:gd name="f72" fmla="val 201609"/>
                <a:gd name="f73" fmla="val 1902856"/>
                <a:gd name="f74" fmla="val 282186"/>
                <a:gd name="f75" fmla="val 1884231"/>
                <a:gd name="f76" fmla="val 362102"/>
                <a:gd name="f77" fmla="val 1863008"/>
                <a:gd name="f78" fmla="val 440974"/>
                <a:gd name="f79" fmla="val 1838472"/>
                <a:gd name="f80" fmla="val 519848"/>
                <a:gd name="f81" fmla="val 1814027"/>
                <a:gd name="f82" fmla="val 597771"/>
                <a:gd name="f83" fmla="val 1786627"/>
                <a:gd name="f84" fmla="val 674558"/>
                <a:gd name="f85" fmla="val 1756359"/>
                <a:gd name="f86" fmla="val 751250"/>
                <a:gd name="f87" fmla="val 1726003"/>
                <a:gd name="f88" fmla="val 826900"/>
                <a:gd name="f89" fmla="val 1692870"/>
                <a:gd name="f90" fmla="val 901222"/>
                <a:gd name="f91" fmla="val 1657142"/>
                <a:gd name="f92" fmla="val 1049865"/>
                <a:gd name="f93" fmla="val 1585774"/>
                <a:gd name="f94" fmla="val 1193581"/>
                <a:gd name="f95" fmla="val 1504376"/>
                <a:gd name="f96" fmla="val 1330943"/>
                <a:gd name="f97" fmla="val 1413396"/>
                <a:gd name="f98" fmla="val 1365165"/>
                <a:gd name="f99" fmla="val 1390563"/>
                <a:gd name="f100" fmla="val 1399293"/>
                <a:gd name="f101" fmla="val 1367370"/>
                <a:gd name="f102" fmla="val 1432566"/>
                <a:gd name="f103" fmla="val 1343193"/>
                <a:gd name="f104" fmla="val 1449441"/>
                <a:gd name="f105" fmla="val 1331373"/>
                <a:gd name="f106" fmla="val 1465936"/>
                <a:gd name="f107" fmla="val 1319104"/>
                <a:gd name="f108" fmla="val 1482527"/>
                <a:gd name="f109" fmla="val 1306926"/>
                <a:gd name="f110" fmla="val 1499210"/>
                <a:gd name="f111" fmla="val 1294837"/>
                <a:gd name="f112" fmla="val 1515611"/>
                <a:gd name="f113" fmla="val 1282391"/>
                <a:gd name="f114" fmla="val 1531821"/>
                <a:gd name="f115" fmla="val 1269765"/>
                <a:gd name="f116" fmla="val 1596947"/>
                <a:gd name="f117" fmla="val 1219350"/>
                <a:gd name="f118" fmla="val 1660652"/>
                <a:gd name="f119" fmla="val 1167055"/>
                <a:gd name="f120" fmla="val 1721986"/>
                <a:gd name="f121" fmla="val 1112073"/>
                <a:gd name="f122" fmla="val 1844940"/>
                <a:gd name="f123" fmla="val 1002469"/>
                <a:gd name="f124" fmla="val 1958983"/>
                <a:gd name="f125" fmla="val 882926"/>
                <a:gd name="f126" fmla="val 2061460"/>
                <a:gd name="f127" fmla="val 754336"/>
                <a:gd name="f128" fmla="val 2112652"/>
                <a:gd name="f129" fmla="val 690042"/>
                <a:gd name="f130" fmla="val 2161094"/>
                <a:gd name="f131" fmla="val 623510"/>
                <a:gd name="f132" fmla="val 2206218"/>
                <a:gd name="f133" fmla="val 554827"/>
                <a:gd name="f134" fmla="val 2250583"/>
                <a:gd name="f135" fmla="val 485787"/>
                <a:gd name="f136" fmla="val 2292484"/>
                <a:gd name="f137" fmla="val 415046"/>
                <a:gd name="f138" fmla="val 2329455"/>
                <a:gd name="f139" fmla="val 341886"/>
                <a:gd name="f140" fmla="val 2339030"/>
                <a:gd name="f141" fmla="val 323709"/>
                <a:gd name="f142" fmla="val 2347941"/>
                <a:gd name="f143" fmla="val 305261"/>
                <a:gd name="f144" fmla="val 2356757"/>
                <a:gd name="f145" fmla="val 286815"/>
                <a:gd name="f146" fmla="val 2370030"/>
                <a:gd name="f147" fmla="val 259056"/>
                <a:gd name="f148" fmla="val 2382637"/>
                <a:gd name="f149" fmla="val 231028"/>
                <a:gd name="f150" fmla="val 2390885"/>
                <a:gd name="f151" fmla="val 212312"/>
                <a:gd name="f152" fmla="val 2399227"/>
                <a:gd name="f153" fmla="val 193598"/>
                <a:gd name="f154" fmla="val 2406716"/>
                <a:gd name="f155" fmla="val 174525"/>
                <a:gd name="f156" fmla="val 2414206"/>
                <a:gd name="f157" fmla="val 155452"/>
                <a:gd name="f158" fmla="val 2422453"/>
                <a:gd name="f159" fmla="val 136646"/>
                <a:gd name="f160" fmla="val 2429278"/>
                <a:gd name="f161" fmla="val 117393"/>
                <a:gd name="f162" fmla="+- 0 0 -90"/>
                <a:gd name="f163" fmla="*/ f3 1 2514948"/>
                <a:gd name="f164" fmla="*/ f4 1 2170178"/>
                <a:gd name="f165" fmla="+- f7 0 f5"/>
                <a:gd name="f166" fmla="+- f6 0 f5"/>
                <a:gd name="f167" fmla="*/ f162 f0 1"/>
                <a:gd name="f168" fmla="*/ f166 1 2514948"/>
                <a:gd name="f169" fmla="*/ f165 1 2170178"/>
                <a:gd name="f170" fmla="*/ 2466091 f166 1"/>
                <a:gd name="f171" fmla="*/ 0 f165 1"/>
                <a:gd name="f172" fmla="*/ 2514948 f166 1"/>
                <a:gd name="f173" fmla="*/ 2512286 f166 1"/>
                <a:gd name="f174" fmla="*/ 12375 f165 1"/>
                <a:gd name="f175" fmla="*/ 2394961 f166 1"/>
                <a:gd name="f176" fmla="*/ 368660 f165 1"/>
                <a:gd name="f177" fmla="*/ 2289734 f166 1"/>
                <a:gd name="f178" fmla="*/ 598078 f165 1"/>
                <a:gd name="f179" fmla="*/ 2163747 f166 1"/>
                <a:gd name="f180" fmla="*/ 819078 f165 1"/>
                <a:gd name="f181" fmla="*/ 1852241 f166 1"/>
                <a:gd name="f182" fmla="*/ 1228932 f165 1"/>
                <a:gd name="f183" fmla="*/ 1668235 f166 1"/>
                <a:gd name="f184" fmla="*/ 1413844 f165 1"/>
                <a:gd name="f185" fmla="*/ 1619510 f166 1"/>
                <a:gd name="f186" fmla="*/ 1457722 f165 1"/>
                <a:gd name="f187" fmla="*/ 1569835 f166 1"/>
                <a:gd name="f188" fmla="*/ 1500704 f165 1"/>
                <a:gd name="f189" fmla="*/ 1467169 f166 1"/>
                <a:gd name="f190" fmla="*/ 1583266 f165 1"/>
                <a:gd name="f191" fmla="*/ 1018393 f166 1"/>
                <a:gd name="f192" fmla="*/ 1867576 f165 1"/>
                <a:gd name="f193" fmla="*/ 255857 f166 1"/>
                <a:gd name="f194" fmla="*/ 2133049 f165 1"/>
                <a:gd name="f195" fmla="*/ 0 f166 1"/>
                <a:gd name="f196" fmla="*/ 2170178 f165 1"/>
                <a:gd name="f197" fmla="*/ 1940056 f165 1"/>
                <a:gd name="f198" fmla="*/ 201609 f166 1"/>
                <a:gd name="f199" fmla="*/ 1902856 f165 1"/>
                <a:gd name="f200" fmla="*/ 440974 f166 1"/>
                <a:gd name="f201" fmla="*/ 1838472 f165 1"/>
                <a:gd name="f202" fmla="*/ 674558 f166 1"/>
                <a:gd name="f203" fmla="*/ 1756359 f165 1"/>
                <a:gd name="f204" fmla="*/ 901222 f166 1"/>
                <a:gd name="f205" fmla="*/ 1657142 f165 1"/>
                <a:gd name="f206" fmla="*/ 1330943 f166 1"/>
                <a:gd name="f207" fmla="*/ 1413396 f165 1"/>
                <a:gd name="f208" fmla="*/ 1432566 f166 1"/>
                <a:gd name="f209" fmla="*/ 1343193 f165 1"/>
                <a:gd name="f210" fmla="*/ 1482527 f166 1"/>
                <a:gd name="f211" fmla="*/ 1306926 f165 1"/>
                <a:gd name="f212" fmla="*/ 1531821 f166 1"/>
                <a:gd name="f213" fmla="*/ 1269765 f165 1"/>
                <a:gd name="f214" fmla="*/ 1721986 f166 1"/>
                <a:gd name="f215" fmla="*/ 1112073 f165 1"/>
                <a:gd name="f216" fmla="*/ 2061460 f166 1"/>
                <a:gd name="f217" fmla="*/ 754336 f165 1"/>
                <a:gd name="f218" fmla="*/ 2206218 f166 1"/>
                <a:gd name="f219" fmla="*/ 554827 f165 1"/>
                <a:gd name="f220" fmla="*/ 2329455 f166 1"/>
                <a:gd name="f221" fmla="*/ 341886 f165 1"/>
                <a:gd name="f222" fmla="*/ 2356757 f166 1"/>
                <a:gd name="f223" fmla="*/ 286815 f165 1"/>
                <a:gd name="f224" fmla="*/ 2370030 f166 1"/>
                <a:gd name="f225" fmla="*/ 259056 f165 1"/>
                <a:gd name="f226" fmla="*/ 2382637 f166 1"/>
                <a:gd name="f227" fmla="*/ 231028 f165 1"/>
                <a:gd name="f228" fmla="*/ 2406716 f166 1"/>
                <a:gd name="f229" fmla="*/ 174525 f165 1"/>
                <a:gd name="f230" fmla="*/ 2429278 f166 1"/>
                <a:gd name="f231" fmla="*/ 117393 f165 1"/>
                <a:gd name="f232" fmla="*/ f167 1 f2"/>
                <a:gd name="f233" fmla="*/ f170 1 2514948"/>
                <a:gd name="f234" fmla="*/ f171 1 2170178"/>
                <a:gd name="f235" fmla="*/ f172 1 2514948"/>
                <a:gd name="f236" fmla="*/ f173 1 2514948"/>
                <a:gd name="f237" fmla="*/ f174 1 2170178"/>
                <a:gd name="f238" fmla="*/ f175 1 2514948"/>
                <a:gd name="f239" fmla="*/ f176 1 2170178"/>
                <a:gd name="f240" fmla="*/ f177 1 2514948"/>
                <a:gd name="f241" fmla="*/ f178 1 2170178"/>
                <a:gd name="f242" fmla="*/ f179 1 2514948"/>
                <a:gd name="f243" fmla="*/ f180 1 2170178"/>
                <a:gd name="f244" fmla="*/ f181 1 2514948"/>
                <a:gd name="f245" fmla="*/ f182 1 2170178"/>
                <a:gd name="f246" fmla="*/ f183 1 2514948"/>
                <a:gd name="f247" fmla="*/ f184 1 2170178"/>
                <a:gd name="f248" fmla="*/ f185 1 2514948"/>
                <a:gd name="f249" fmla="*/ f186 1 2170178"/>
                <a:gd name="f250" fmla="*/ f187 1 2514948"/>
                <a:gd name="f251" fmla="*/ f188 1 2170178"/>
                <a:gd name="f252" fmla="*/ f189 1 2514948"/>
                <a:gd name="f253" fmla="*/ f190 1 2170178"/>
                <a:gd name="f254" fmla="*/ f191 1 2514948"/>
                <a:gd name="f255" fmla="*/ f192 1 2170178"/>
                <a:gd name="f256" fmla="*/ f193 1 2514948"/>
                <a:gd name="f257" fmla="*/ f194 1 2170178"/>
                <a:gd name="f258" fmla="*/ f195 1 2514948"/>
                <a:gd name="f259" fmla="*/ f196 1 2170178"/>
                <a:gd name="f260" fmla="*/ f197 1 2170178"/>
                <a:gd name="f261" fmla="*/ f198 1 2514948"/>
                <a:gd name="f262" fmla="*/ f199 1 2170178"/>
                <a:gd name="f263" fmla="*/ f200 1 2514948"/>
                <a:gd name="f264" fmla="*/ f201 1 2170178"/>
                <a:gd name="f265" fmla="*/ f202 1 2514948"/>
                <a:gd name="f266" fmla="*/ f203 1 2170178"/>
                <a:gd name="f267" fmla="*/ f204 1 2514948"/>
                <a:gd name="f268" fmla="*/ f205 1 2170178"/>
                <a:gd name="f269" fmla="*/ f206 1 2514948"/>
                <a:gd name="f270" fmla="*/ f207 1 2170178"/>
                <a:gd name="f271" fmla="*/ f208 1 2514948"/>
                <a:gd name="f272" fmla="*/ f209 1 2170178"/>
                <a:gd name="f273" fmla="*/ f210 1 2514948"/>
                <a:gd name="f274" fmla="*/ f211 1 2170178"/>
                <a:gd name="f275" fmla="*/ f212 1 2514948"/>
                <a:gd name="f276" fmla="*/ f213 1 2170178"/>
                <a:gd name="f277" fmla="*/ f214 1 2514948"/>
                <a:gd name="f278" fmla="*/ f215 1 2170178"/>
                <a:gd name="f279" fmla="*/ f216 1 2514948"/>
                <a:gd name="f280" fmla="*/ f217 1 2170178"/>
                <a:gd name="f281" fmla="*/ f218 1 2514948"/>
                <a:gd name="f282" fmla="*/ f219 1 2170178"/>
                <a:gd name="f283" fmla="*/ f220 1 2514948"/>
                <a:gd name="f284" fmla="*/ f221 1 2170178"/>
                <a:gd name="f285" fmla="*/ f222 1 2514948"/>
                <a:gd name="f286" fmla="*/ f223 1 2170178"/>
                <a:gd name="f287" fmla="*/ f224 1 2514948"/>
                <a:gd name="f288" fmla="*/ f225 1 2170178"/>
                <a:gd name="f289" fmla="*/ f226 1 2514948"/>
                <a:gd name="f290" fmla="*/ f227 1 2170178"/>
                <a:gd name="f291" fmla="*/ f228 1 2514948"/>
                <a:gd name="f292" fmla="*/ f229 1 2170178"/>
                <a:gd name="f293" fmla="*/ f230 1 2514948"/>
                <a:gd name="f294" fmla="*/ f231 1 2170178"/>
                <a:gd name="f295" fmla="*/ f5 1 f168"/>
                <a:gd name="f296" fmla="*/ f6 1 f168"/>
                <a:gd name="f297" fmla="*/ f5 1 f169"/>
                <a:gd name="f298" fmla="*/ f7 1 f169"/>
                <a:gd name="f299" fmla="+- f232 0 f1"/>
                <a:gd name="f300" fmla="*/ f233 1 f168"/>
                <a:gd name="f301" fmla="*/ f234 1 f169"/>
                <a:gd name="f302" fmla="*/ f235 1 f168"/>
                <a:gd name="f303" fmla="*/ f236 1 f168"/>
                <a:gd name="f304" fmla="*/ f237 1 f169"/>
                <a:gd name="f305" fmla="*/ f238 1 f168"/>
                <a:gd name="f306" fmla="*/ f239 1 f169"/>
                <a:gd name="f307" fmla="*/ f240 1 f168"/>
                <a:gd name="f308" fmla="*/ f241 1 f169"/>
                <a:gd name="f309" fmla="*/ f242 1 f168"/>
                <a:gd name="f310" fmla="*/ f243 1 f169"/>
                <a:gd name="f311" fmla="*/ f244 1 f168"/>
                <a:gd name="f312" fmla="*/ f245 1 f169"/>
                <a:gd name="f313" fmla="*/ f246 1 f168"/>
                <a:gd name="f314" fmla="*/ f247 1 f169"/>
                <a:gd name="f315" fmla="*/ f248 1 f168"/>
                <a:gd name="f316" fmla="*/ f249 1 f169"/>
                <a:gd name="f317" fmla="*/ f250 1 f168"/>
                <a:gd name="f318" fmla="*/ f251 1 f169"/>
                <a:gd name="f319" fmla="*/ f252 1 f168"/>
                <a:gd name="f320" fmla="*/ f253 1 f169"/>
                <a:gd name="f321" fmla="*/ f254 1 f168"/>
                <a:gd name="f322" fmla="*/ f255 1 f169"/>
                <a:gd name="f323" fmla="*/ f256 1 f168"/>
                <a:gd name="f324" fmla="*/ f257 1 f169"/>
                <a:gd name="f325" fmla="*/ f258 1 f168"/>
                <a:gd name="f326" fmla="*/ f259 1 f169"/>
                <a:gd name="f327" fmla="*/ f260 1 f169"/>
                <a:gd name="f328" fmla="*/ f261 1 f168"/>
                <a:gd name="f329" fmla="*/ f262 1 f169"/>
                <a:gd name="f330" fmla="*/ f263 1 f168"/>
                <a:gd name="f331" fmla="*/ f264 1 f169"/>
                <a:gd name="f332" fmla="*/ f265 1 f168"/>
                <a:gd name="f333" fmla="*/ f266 1 f169"/>
                <a:gd name="f334" fmla="*/ f267 1 f168"/>
                <a:gd name="f335" fmla="*/ f268 1 f169"/>
                <a:gd name="f336" fmla="*/ f269 1 f168"/>
                <a:gd name="f337" fmla="*/ f270 1 f169"/>
                <a:gd name="f338" fmla="*/ f271 1 f168"/>
                <a:gd name="f339" fmla="*/ f272 1 f169"/>
                <a:gd name="f340" fmla="*/ f273 1 f168"/>
                <a:gd name="f341" fmla="*/ f274 1 f169"/>
                <a:gd name="f342" fmla="*/ f275 1 f168"/>
                <a:gd name="f343" fmla="*/ f276 1 f169"/>
                <a:gd name="f344" fmla="*/ f277 1 f168"/>
                <a:gd name="f345" fmla="*/ f278 1 f169"/>
                <a:gd name="f346" fmla="*/ f279 1 f168"/>
                <a:gd name="f347" fmla="*/ f280 1 f169"/>
                <a:gd name="f348" fmla="*/ f281 1 f168"/>
                <a:gd name="f349" fmla="*/ f282 1 f169"/>
                <a:gd name="f350" fmla="*/ f283 1 f168"/>
                <a:gd name="f351" fmla="*/ f284 1 f169"/>
                <a:gd name="f352" fmla="*/ f285 1 f168"/>
                <a:gd name="f353" fmla="*/ f286 1 f169"/>
                <a:gd name="f354" fmla="*/ f287 1 f168"/>
                <a:gd name="f355" fmla="*/ f288 1 f169"/>
                <a:gd name="f356" fmla="*/ f289 1 f168"/>
                <a:gd name="f357" fmla="*/ f290 1 f169"/>
                <a:gd name="f358" fmla="*/ f291 1 f168"/>
                <a:gd name="f359" fmla="*/ f292 1 f169"/>
                <a:gd name="f360" fmla="*/ f293 1 f168"/>
                <a:gd name="f361" fmla="*/ f294 1 f169"/>
                <a:gd name="f362" fmla="*/ f295 f163 1"/>
                <a:gd name="f363" fmla="*/ f296 f163 1"/>
                <a:gd name="f364" fmla="*/ f298 f164 1"/>
                <a:gd name="f365" fmla="*/ f297 f164 1"/>
                <a:gd name="f366" fmla="*/ f300 f163 1"/>
                <a:gd name="f367" fmla="*/ f301 f164 1"/>
                <a:gd name="f368" fmla="*/ f302 f163 1"/>
                <a:gd name="f369" fmla="*/ f303 f163 1"/>
                <a:gd name="f370" fmla="*/ f304 f164 1"/>
                <a:gd name="f371" fmla="*/ f305 f163 1"/>
                <a:gd name="f372" fmla="*/ f306 f164 1"/>
                <a:gd name="f373" fmla="*/ f307 f163 1"/>
                <a:gd name="f374" fmla="*/ f308 f164 1"/>
                <a:gd name="f375" fmla="*/ f309 f163 1"/>
                <a:gd name="f376" fmla="*/ f310 f164 1"/>
                <a:gd name="f377" fmla="*/ f311 f163 1"/>
                <a:gd name="f378" fmla="*/ f312 f164 1"/>
                <a:gd name="f379" fmla="*/ f313 f163 1"/>
                <a:gd name="f380" fmla="*/ f314 f164 1"/>
                <a:gd name="f381" fmla="*/ f315 f163 1"/>
                <a:gd name="f382" fmla="*/ f316 f164 1"/>
                <a:gd name="f383" fmla="*/ f317 f163 1"/>
                <a:gd name="f384" fmla="*/ f318 f164 1"/>
                <a:gd name="f385" fmla="*/ f319 f163 1"/>
                <a:gd name="f386" fmla="*/ f320 f164 1"/>
                <a:gd name="f387" fmla="*/ f321 f163 1"/>
                <a:gd name="f388" fmla="*/ f322 f164 1"/>
                <a:gd name="f389" fmla="*/ f323 f163 1"/>
                <a:gd name="f390" fmla="*/ f324 f164 1"/>
                <a:gd name="f391" fmla="*/ f325 f163 1"/>
                <a:gd name="f392" fmla="*/ f326 f164 1"/>
                <a:gd name="f393" fmla="*/ f327 f164 1"/>
                <a:gd name="f394" fmla="*/ f328 f163 1"/>
                <a:gd name="f395" fmla="*/ f329 f164 1"/>
                <a:gd name="f396" fmla="*/ f330 f163 1"/>
                <a:gd name="f397" fmla="*/ f331 f164 1"/>
                <a:gd name="f398" fmla="*/ f332 f163 1"/>
                <a:gd name="f399" fmla="*/ f333 f164 1"/>
                <a:gd name="f400" fmla="*/ f334 f163 1"/>
                <a:gd name="f401" fmla="*/ f335 f164 1"/>
                <a:gd name="f402" fmla="*/ f336 f163 1"/>
                <a:gd name="f403" fmla="*/ f337 f164 1"/>
                <a:gd name="f404" fmla="*/ f338 f163 1"/>
                <a:gd name="f405" fmla="*/ f339 f164 1"/>
                <a:gd name="f406" fmla="*/ f340 f163 1"/>
                <a:gd name="f407" fmla="*/ f341 f164 1"/>
                <a:gd name="f408" fmla="*/ f342 f163 1"/>
                <a:gd name="f409" fmla="*/ f343 f164 1"/>
                <a:gd name="f410" fmla="*/ f344 f163 1"/>
                <a:gd name="f411" fmla="*/ f345 f164 1"/>
                <a:gd name="f412" fmla="*/ f346 f163 1"/>
                <a:gd name="f413" fmla="*/ f347 f164 1"/>
                <a:gd name="f414" fmla="*/ f348 f163 1"/>
                <a:gd name="f415" fmla="*/ f349 f164 1"/>
                <a:gd name="f416" fmla="*/ f350 f163 1"/>
                <a:gd name="f417" fmla="*/ f351 f164 1"/>
                <a:gd name="f418" fmla="*/ f352 f163 1"/>
                <a:gd name="f419" fmla="*/ f353 f164 1"/>
                <a:gd name="f420" fmla="*/ f354 f163 1"/>
                <a:gd name="f421" fmla="*/ f355 f164 1"/>
                <a:gd name="f422" fmla="*/ f356 f163 1"/>
                <a:gd name="f423" fmla="*/ f357 f164 1"/>
                <a:gd name="f424" fmla="*/ f358 f163 1"/>
                <a:gd name="f425" fmla="*/ f359 f164 1"/>
                <a:gd name="f426" fmla="*/ f360 f163 1"/>
                <a:gd name="f427" fmla="*/ f361 f164 1"/>
              </a:gdLst>
              <a:ahLst/>
              <a:cxnLst>
                <a:cxn ang="3cd4">
                  <a:pos x="hc" y="t"/>
                </a:cxn>
                <a:cxn ang="0">
                  <a:pos x="r" y="vc"/>
                </a:cxn>
                <a:cxn ang="cd4">
                  <a:pos x="hc" y="b"/>
                </a:cxn>
                <a:cxn ang="cd2">
                  <a:pos x="l" y="vc"/>
                </a:cxn>
                <a:cxn ang="f299">
                  <a:pos x="f366" y="f367"/>
                </a:cxn>
                <a:cxn ang="f299">
                  <a:pos x="f368" y="f367"/>
                </a:cxn>
                <a:cxn ang="f299">
                  <a:pos x="f369" y="f370"/>
                </a:cxn>
                <a:cxn ang="f299">
                  <a:pos x="f371" y="f372"/>
                </a:cxn>
                <a:cxn ang="f299">
                  <a:pos x="f373" y="f374"/>
                </a:cxn>
                <a:cxn ang="f299">
                  <a:pos x="f375" y="f376"/>
                </a:cxn>
                <a:cxn ang="f299">
                  <a:pos x="f377" y="f378"/>
                </a:cxn>
                <a:cxn ang="f299">
                  <a:pos x="f379" y="f380"/>
                </a:cxn>
                <a:cxn ang="f299">
                  <a:pos x="f381" y="f382"/>
                </a:cxn>
                <a:cxn ang="f299">
                  <a:pos x="f383" y="f384"/>
                </a:cxn>
                <a:cxn ang="f299">
                  <a:pos x="f385" y="f386"/>
                </a:cxn>
                <a:cxn ang="f299">
                  <a:pos x="f387" y="f388"/>
                </a:cxn>
                <a:cxn ang="f299">
                  <a:pos x="f389" y="f390"/>
                </a:cxn>
                <a:cxn ang="f299">
                  <a:pos x="f391" y="f392"/>
                </a:cxn>
                <a:cxn ang="f299">
                  <a:pos x="f391" y="f393"/>
                </a:cxn>
                <a:cxn ang="f299">
                  <a:pos x="f394" y="f395"/>
                </a:cxn>
                <a:cxn ang="f299">
                  <a:pos x="f396" y="f397"/>
                </a:cxn>
                <a:cxn ang="f299">
                  <a:pos x="f398" y="f399"/>
                </a:cxn>
                <a:cxn ang="f299">
                  <a:pos x="f400" y="f401"/>
                </a:cxn>
                <a:cxn ang="f299">
                  <a:pos x="f402" y="f403"/>
                </a:cxn>
                <a:cxn ang="f299">
                  <a:pos x="f404" y="f405"/>
                </a:cxn>
                <a:cxn ang="f299">
                  <a:pos x="f406" y="f407"/>
                </a:cxn>
                <a:cxn ang="f299">
                  <a:pos x="f408" y="f409"/>
                </a:cxn>
                <a:cxn ang="f299">
                  <a:pos x="f410" y="f411"/>
                </a:cxn>
                <a:cxn ang="f299">
                  <a:pos x="f412" y="f413"/>
                </a:cxn>
                <a:cxn ang="f299">
                  <a:pos x="f414" y="f415"/>
                </a:cxn>
                <a:cxn ang="f299">
                  <a:pos x="f416" y="f417"/>
                </a:cxn>
                <a:cxn ang="f299">
                  <a:pos x="f418" y="f419"/>
                </a:cxn>
                <a:cxn ang="f299">
                  <a:pos x="f420" y="f421"/>
                </a:cxn>
                <a:cxn ang="f299">
                  <a:pos x="f422" y="f423"/>
                </a:cxn>
                <a:cxn ang="f299">
                  <a:pos x="f424" y="f425"/>
                </a:cxn>
                <a:cxn ang="f299">
                  <a:pos x="f426" y="f427"/>
                </a:cxn>
              </a:cxnLst>
              <a:rect l="f362" t="f365" r="f363" b="f364"/>
              <a:pathLst>
                <a:path w="2514948" h="2170178">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lnTo>
                    <a:pt x="f5" y="f7"/>
                  </a:lnTo>
                  <a:lnTo>
                    <a:pt x="f5" y="f71"/>
                  </a:lnTo>
                  <a:lnTo>
                    <a:pt x="f72" y="f73"/>
                  </a:ln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lnTo>
                    <a:pt x="f146" y="f147"/>
                  </a:lnTo>
                  <a:lnTo>
                    <a:pt x="f148" y="f149"/>
                  </a:lnTo>
                  <a:cubicBezTo>
                    <a:pt x="f150" y="f151"/>
                    <a:pt x="f152" y="f153"/>
                    <a:pt x="f154" y="f155"/>
                  </a:cubicBezTo>
                  <a:cubicBezTo>
                    <a:pt x="f156" y="f157"/>
                    <a:pt x="f158" y="f159"/>
                    <a:pt x="f160" y="f16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7" name="Freeform: Shape 13">
              <a:extLst>
                <a:ext uri="{FF2B5EF4-FFF2-40B4-BE49-F238E27FC236}">
                  <a16:creationId xmlns:a16="http://schemas.microsoft.com/office/drawing/2014/main" id="{3ED4024D-ABC2-35C8-5427-3D9A6AEB5D7D}"/>
                </a:ext>
              </a:extLst>
            </p:cNvPr>
            <p:cNvSpPr/>
            <p:nvPr/>
          </p:nvSpPr>
          <p:spPr>
            <a:xfrm>
              <a:off x="-301" y="-1298"/>
              <a:ext cx="2493065" cy="1947891"/>
            </a:xfrm>
            <a:custGeom>
              <a:avLst/>
              <a:gdLst>
                <a:gd name="f0" fmla="val 10800000"/>
                <a:gd name="f1" fmla="val 5400000"/>
                <a:gd name="f2" fmla="val 180"/>
                <a:gd name="f3" fmla="val w"/>
                <a:gd name="f4" fmla="val h"/>
                <a:gd name="f5" fmla="val 0"/>
                <a:gd name="f6" fmla="val 2493062"/>
                <a:gd name="f7" fmla="val 1947896"/>
                <a:gd name="f8" fmla="val 1896911"/>
                <a:gd name="f9" fmla="val 2435315"/>
                <a:gd name="f10" fmla="val 178165"/>
                <a:gd name="f11" fmla="val 2088122"/>
                <a:gd name="f12" fmla="val 1071812"/>
                <a:gd name="f13" fmla="val 1129732"/>
                <a:gd name="f14" fmla="val 1758033"/>
                <a:gd name="f15" fmla="val 93066"/>
                <a:gd name="f16" fmla="val 1935859"/>
                <a:gd name="f17" fmla="val 1404756"/>
                <a:gd name="f18" fmla="val 17392"/>
                <a:gd name="f19" fmla="val 1402364"/>
                <a:gd name="f20" fmla="val 167719"/>
                <a:gd name="f21" fmla="val 1375030"/>
                <a:gd name="f22" fmla="val 318070"/>
                <a:gd name="f23" fmla="val 1334398"/>
                <a:gd name="f24" fmla="val 464249"/>
                <a:gd name="f25" fmla="val 1281208"/>
                <a:gd name="f26" fmla="val 753480"/>
                <a:gd name="f27" fmla="val 1176081"/>
                <a:gd name="f28" fmla="val 1028869"/>
                <a:gd name="f29" fmla="val 1021346"/>
                <a:gd name="f30" fmla="val 1260556"/>
                <a:gd name="f31" fmla="val 833835"/>
                <a:gd name="f32" fmla="val 1491960"/>
                <a:gd name="f33" fmla="val 646594"/>
                <a:gd name="f34" fmla="val 1681177"/>
                <a:gd name="f35" fmla="val 425056"/>
                <a:gd name="f36" fmla="val 1807924"/>
                <a:gd name="f37" fmla="val 193222"/>
                <a:gd name="f38" fmla="val 1832328"/>
                <a:gd name="f39" fmla="val 148578"/>
                <a:gd name="f40" fmla="val 1854477"/>
                <a:gd name="f41" fmla="val 103599"/>
                <a:gd name="f42" fmla="val 1874357"/>
                <a:gd name="f43" fmla="val 58333"/>
                <a:gd name="f44" fmla="+- 0 0 -90"/>
                <a:gd name="f45" fmla="*/ f3 1 2493062"/>
                <a:gd name="f46" fmla="*/ f4 1 1947896"/>
                <a:gd name="f47" fmla="+- f7 0 f5"/>
                <a:gd name="f48" fmla="+- f6 0 f5"/>
                <a:gd name="f49" fmla="*/ f44 f0 1"/>
                <a:gd name="f50" fmla="*/ f48 1 2493062"/>
                <a:gd name="f51" fmla="*/ f47 1 1947896"/>
                <a:gd name="f52" fmla="*/ 1896911 f48 1"/>
                <a:gd name="f53" fmla="*/ 0 f47 1"/>
                <a:gd name="f54" fmla="*/ 2493062 f48 1"/>
                <a:gd name="f55" fmla="*/ 2435315 f48 1"/>
                <a:gd name="f56" fmla="*/ 178165 f47 1"/>
                <a:gd name="f57" fmla="*/ 93066 f48 1"/>
                <a:gd name="f58" fmla="*/ 1935859 f47 1"/>
                <a:gd name="f59" fmla="*/ 0 f48 1"/>
                <a:gd name="f60" fmla="*/ 1947896 f47 1"/>
                <a:gd name="f61" fmla="*/ 1404756 f47 1"/>
                <a:gd name="f62" fmla="*/ 17392 f48 1"/>
                <a:gd name="f63" fmla="*/ 1402364 f47 1"/>
                <a:gd name="f64" fmla="*/ 464249 f48 1"/>
                <a:gd name="f65" fmla="*/ 1281208 f47 1"/>
                <a:gd name="f66" fmla="*/ 1260556 f48 1"/>
                <a:gd name="f67" fmla="*/ 833835 f47 1"/>
                <a:gd name="f68" fmla="*/ 1807924 f48 1"/>
                <a:gd name="f69" fmla="*/ 193222 f47 1"/>
                <a:gd name="f70" fmla="*/ 1874357 f48 1"/>
                <a:gd name="f71" fmla="*/ 58333 f47 1"/>
                <a:gd name="f72" fmla="*/ f49 1 f2"/>
                <a:gd name="f73" fmla="*/ f52 1 2493062"/>
                <a:gd name="f74" fmla="*/ f53 1 1947896"/>
                <a:gd name="f75" fmla="*/ f54 1 2493062"/>
                <a:gd name="f76" fmla="*/ f55 1 2493062"/>
                <a:gd name="f77" fmla="*/ f56 1 1947896"/>
                <a:gd name="f78" fmla="*/ f57 1 2493062"/>
                <a:gd name="f79" fmla="*/ f58 1 1947896"/>
                <a:gd name="f80" fmla="*/ f59 1 2493062"/>
                <a:gd name="f81" fmla="*/ f60 1 1947896"/>
                <a:gd name="f82" fmla="*/ f61 1 1947896"/>
                <a:gd name="f83" fmla="*/ f62 1 2493062"/>
                <a:gd name="f84" fmla="*/ f63 1 1947896"/>
                <a:gd name="f85" fmla="*/ f64 1 2493062"/>
                <a:gd name="f86" fmla="*/ f65 1 1947896"/>
                <a:gd name="f87" fmla="*/ f66 1 2493062"/>
                <a:gd name="f88" fmla="*/ f67 1 1947896"/>
                <a:gd name="f89" fmla="*/ f68 1 2493062"/>
                <a:gd name="f90" fmla="*/ f69 1 1947896"/>
                <a:gd name="f91" fmla="*/ f70 1 2493062"/>
                <a:gd name="f92" fmla="*/ f71 1 1947896"/>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3062" h="1947896">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8" name="Freeform: Shape 14">
              <a:extLst>
                <a:ext uri="{FF2B5EF4-FFF2-40B4-BE49-F238E27FC236}">
                  <a16:creationId xmlns:a16="http://schemas.microsoft.com/office/drawing/2014/main" id="{D7EED5AC-B3BF-FFD1-D16C-015E61E3CAC3}"/>
                </a:ext>
              </a:extLst>
            </p:cNvPr>
            <p:cNvSpPr/>
            <p:nvPr/>
          </p:nvSpPr>
          <p:spPr>
            <a:xfrm>
              <a:off x="-301" y="2852"/>
              <a:ext cx="2501085" cy="1972699"/>
            </a:xfrm>
            <a:custGeom>
              <a:avLst/>
              <a:gdLst>
                <a:gd name="f0" fmla="val 10800000"/>
                <a:gd name="f1" fmla="val 5400000"/>
                <a:gd name="f2" fmla="val 180"/>
                <a:gd name="f3" fmla="val w"/>
                <a:gd name="f4" fmla="val h"/>
                <a:gd name="f5" fmla="val 0"/>
                <a:gd name="f6" fmla="val 2501089"/>
                <a:gd name="f7" fmla="val 1972702"/>
                <a:gd name="f8" fmla="val 2318728"/>
                <a:gd name="f9" fmla="val 2453909"/>
                <a:gd name="f10" fmla="val 167837"/>
                <a:gd name="f11" fmla="val 2427555"/>
                <a:gd name="f12" fmla="val 244153"/>
                <a:gd name="f13" fmla="val 2396627"/>
                <a:gd name="f14" fmla="val 319103"/>
                <a:gd name="f15" fmla="val 2361125"/>
                <a:gd name="f16" fmla="val 392084"/>
                <a:gd name="f17" fmla="val 2218453"/>
                <a:gd name="f18" fmla="val 684005"/>
                <a:gd name="f19" fmla="val 2011698"/>
                <a:gd name="f20" fmla="val 945211"/>
                <a:gd name="f21" fmla="val 1768255"/>
                <a:gd name="f22" fmla="val 1167644"/>
                <a:gd name="f23" fmla="val 1646250"/>
                <a:gd name="f24" fmla="val 1278860"/>
                <a:gd name="f25" fmla="val 1514385"/>
                <a:gd name="f26" fmla="val 1380316"/>
                <a:gd name="f27" fmla="val 1375125"/>
                <a:gd name="f28" fmla="val 1471474"/>
                <a:gd name="f29" fmla="val 1235677"/>
                <a:gd name="f30" fmla="val 1562542"/>
                <a:gd name="f31" fmla="val 1088928"/>
                <a:gd name="f32" fmla="val 1643672"/>
                <a:gd name="f33" fmla="val 935735"/>
                <a:gd name="f34" fmla="val 1712713"/>
                <a:gd name="f35" fmla="val 705659"/>
                <a:gd name="f36" fmla="val 1815533"/>
                <a:gd name="f37" fmla="val 462359"/>
                <a:gd name="f38" fmla="val 1892212"/>
                <a:gd name="f39" fmla="val 212353"/>
                <a:gd name="f40" fmla="val 1940294"/>
                <a:gd name="f41" fmla="val 1732181"/>
                <a:gd name="f42" fmla="val 161195"/>
                <a:gd name="f43" fmla="val 1706590"/>
                <a:gd name="f44" fmla="val 237638"/>
                <a:gd name="f45" fmla="val 1691378"/>
                <a:gd name="f46" fmla="val 313477"/>
                <a:gd name="f47" fmla="val 1673222"/>
                <a:gd name="f48" fmla="val 388463"/>
                <a:gd name="f49" fmla="val 1652268"/>
                <a:gd name="f50" fmla="val 538529"/>
                <a:gd name="f51" fmla="val 1610539"/>
                <a:gd name="f52" fmla="val 684898"/>
                <a:gd name="f53" fmla="val 1556543"/>
                <a:gd name="f54" fmla="val 826716"/>
                <a:gd name="f55" fmla="val 1493950"/>
                <a:gd name="f56" fmla="val 1111207"/>
                <a:gd name="f57" fmla="val 1370107"/>
                <a:gd name="f58" fmla="val 1376832"/>
                <a:gd name="f59" fmla="val 1205881"/>
                <a:gd name="f60" fmla="val 1609847"/>
                <a:gd name="f61" fmla="val 1007535"/>
                <a:gd name="f62" fmla="val 1725975"/>
                <a:gd name="f63" fmla="val 908049"/>
                <a:gd name="f64" fmla="val 1833571"/>
                <a:gd name="f65" fmla="val 799519"/>
                <a:gd name="f66" fmla="val 1929982"/>
                <a:gd name="f67" fmla="val 682930"/>
                <a:gd name="f68" fmla="val 2026581"/>
                <a:gd name="f69" fmla="val 566520"/>
                <a:gd name="f70" fmla="val 2111806"/>
                <a:gd name="f71" fmla="val 441692"/>
                <a:gd name="f72" fmla="val 2183093"/>
                <a:gd name="f73" fmla="val 310149"/>
                <a:gd name="f74" fmla="val 2218738"/>
                <a:gd name="f75" fmla="val 244422"/>
                <a:gd name="f76" fmla="val 2251396"/>
                <a:gd name="f77" fmla="val 177150"/>
                <a:gd name="f78" fmla="val 2280286"/>
                <a:gd name="f79" fmla="val 108435"/>
                <a:gd name="f80" fmla="+- 0 0 -90"/>
                <a:gd name="f81" fmla="*/ f3 1 2501089"/>
                <a:gd name="f82" fmla="*/ f4 1 1972702"/>
                <a:gd name="f83" fmla="+- f7 0 f5"/>
                <a:gd name="f84" fmla="+- f6 0 f5"/>
                <a:gd name="f85" fmla="*/ f80 f0 1"/>
                <a:gd name="f86" fmla="*/ f84 1 2501089"/>
                <a:gd name="f87" fmla="*/ f83 1 1972702"/>
                <a:gd name="f88" fmla="*/ 2318728 f84 1"/>
                <a:gd name="f89" fmla="*/ 0 f83 1"/>
                <a:gd name="f90" fmla="*/ 2501089 f84 1"/>
                <a:gd name="f91" fmla="*/ 2453909 f84 1"/>
                <a:gd name="f92" fmla="*/ 167837 f83 1"/>
                <a:gd name="f93" fmla="*/ 2361125 f84 1"/>
                <a:gd name="f94" fmla="*/ 392084 f83 1"/>
                <a:gd name="f95" fmla="*/ 1768255 f84 1"/>
                <a:gd name="f96" fmla="*/ 1167644 f83 1"/>
                <a:gd name="f97" fmla="*/ 1375125 f84 1"/>
                <a:gd name="f98" fmla="*/ 1471474 f83 1"/>
                <a:gd name="f99" fmla="*/ 935735 f84 1"/>
                <a:gd name="f100" fmla="*/ 1712713 f83 1"/>
                <a:gd name="f101" fmla="*/ 212353 f84 1"/>
                <a:gd name="f102" fmla="*/ 1940294 f83 1"/>
                <a:gd name="f103" fmla="*/ 0 f84 1"/>
                <a:gd name="f104" fmla="*/ 1972702 f83 1"/>
                <a:gd name="f105" fmla="*/ 1732181 f83 1"/>
                <a:gd name="f106" fmla="*/ 161195 f84 1"/>
                <a:gd name="f107" fmla="*/ 1706590 f83 1"/>
                <a:gd name="f108" fmla="*/ 388463 f84 1"/>
                <a:gd name="f109" fmla="*/ 1652268 f83 1"/>
                <a:gd name="f110" fmla="*/ 826716 f84 1"/>
                <a:gd name="f111" fmla="*/ 1493950 f83 1"/>
                <a:gd name="f112" fmla="*/ 1609847 f84 1"/>
                <a:gd name="f113" fmla="*/ 1007535 f83 1"/>
                <a:gd name="f114" fmla="*/ 1929982 f84 1"/>
                <a:gd name="f115" fmla="*/ 682930 f83 1"/>
                <a:gd name="f116" fmla="*/ 2183093 f84 1"/>
                <a:gd name="f117" fmla="*/ 310149 f83 1"/>
                <a:gd name="f118" fmla="*/ 2280286 f84 1"/>
                <a:gd name="f119" fmla="*/ 108435 f83 1"/>
                <a:gd name="f120" fmla="*/ f85 1 f2"/>
                <a:gd name="f121" fmla="*/ f88 1 2501089"/>
                <a:gd name="f122" fmla="*/ f89 1 1972702"/>
                <a:gd name="f123" fmla="*/ f90 1 2501089"/>
                <a:gd name="f124" fmla="*/ f91 1 2501089"/>
                <a:gd name="f125" fmla="*/ f92 1 1972702"/>
                <a:gd name="f126" fmla="*/ f93 1 2501089"/>
                <a:gd name="f127" fmla="*/ f94 1 1972702"/>
                <a:gd name="f128" fmla="*/ f95 1 2501089"/>
                <a:gd name="f129" fmla="*/ f96 1 1972702"/>
                <a:gd name="f130" fmla="*/ f97 1 2501089"/>
                <a:gd name="f131" fmla="*/ f98 1 1972702"/>
                <a:gd name="f132" fmla="*/ f99 1 2501089"/>
                <a:gd name="f133" fmla="*/ f100 1 1972702"/>
                <a:gd name="f134" fmla="*/ f101 1 2501089"/>
                <a:gd name="f135" fmla="*/ f102 1 1972702"/>
                <a:gd name="f136" fmla="*/ f103 1 2501089"/>
                <a:gd name="f137" fmla="*/ f104 1 1972702"/>
                <a:gd name="f138" fmla="*/ f105 1 1972702"/>
                <a:gd name="f139" fmla="*/ f106 1 2501089"/>
                <a:gd name="f140" fmla="*/ f107 1 1972702"/>
                <a:gd name="f141" fmla="*/ f108 1 2501089"/>
                <a:gd name="f142" fmla="*/ f109 1 1972702"/>
                <a:gd name="f143" fmla="*/ f110 1 2501089"/>
                <a:gd name="f144" fmla="*/ f111 1 1972702"/>
                <a:gd name="f145" fmla="*/ f112 1 2501089"/>
                <a:gd name="f146" fmla="*/ f113 1 1972702"/>
                <a:gd name="f147" fmla="*/ f114 1 2501089"/>
                <a:gd name="f148" fmla="*/ f115 1 1972702"/>
                <a:gd name="f149" fmla="*/ f116 1 2501089"/>
                <a:gd name="f150" fmla="*/ f117 1 1972702"/>
                <a:gd name="f151" fmla="*/ f118 1 2501089"/>
                <a:gd name="f152" fmla="*/ f119 1 1972702"/>
                <a:gd name="f153" fmla="*/ f5 1 f86"/>
                <a:gd name="f154" fmla="*/ f6 1 f86"/>
                <a:gd name="f155" fmla="*/ f5 1 f87"/>
                <a:gd name="f156" fmla="*/ f7 1 f87"/>
                <a:gd name="f157" fmla="+- f120 0 f1"/>
                <a:gd name="f158" fmla="*/ f121 1 f86"/>
                <a:gd name="f159" fmla="*/ f122 1 f87"/>
                <a:gd name="f160" fmla="*/ f123 1 f86"/>
                <a:gd name="f161" fmla="*/ f124 1 f86"/>
                <a:gd name="f162" fmla="*/ f125 1 f87"/>
                <a:gd name="f163" fmla="*/ f126 1 f86"/>
                <a:gd name="f164" fmla="*/ f127 1 f87"/>
                <a:gd name="f165" fmla="*/ f128 1 f86"/>
                <a:gd name="f166" fmla="*/ f129 1 f87"/>
                <a:gd name="f167" fmla="*/ f130 1 f86"/>
                <a:gd name="f168" fmla="*/ f131 1 f87"/>
                <a:gd name="f169" fmla="*/ f132 1 f86"/>
                <a:gd name="f170" fmla="*/ f133 1 f87"/>
                <a:gd name="f171" fmla="*/ f134 1 f86"/>
                <a:gd name="f172" fmla="*/ f135 1 f87"/>
                <a:gd name="f173" fmla="*/ f136 1 f86"/>
                <a:gd name="f174" fmla="*/ f137 1 f87"/>
                <a:gd name="f175" fmla="*/ f138 1 f87"/>
                <a:gd name="f176" fmla="*/ f139 1 f86"/>
                <a:gd name="f177" fmla="*/ f140 1 f87"/>
                <a:gd name="f178" fmla="*/ f141 1 f86"/>
                <a:gd name="f179" fmla="*/ f142 1 f87"/>
                <a:gd name="f180" fmla="*/ f143 1 f86"/>
                <a:gd name="f181" fmla="*/ f144 1 f87"/>
                <a:gd name="f182" fmla="*/ f145 1 f86"/>
                <a:gd name="f183" fmla="*/ f146 1 f87"/>
                <a:gd name="f184" fmla="*/ f147 1 f86"/>
                <a:gd name="f185" fmla="*/ f148 1 f87"/>
                <a:gd name="f186" fmla="*/ f149 1 f86"/>
                <a:gd name="f187" fmla="*/ f150 1 f87"/>
                <a:gd name="f188" fmla="*/ f151 1 f86"/>
                <a:gd name="f189" fmla="*/ f152 1 f87"/>
                <a:gd name="f190" fmla="*/ f153 f81 1"/>
                <a:gd name="f191" fmla="*/ f154 f81 1"/>
                <a:gd name="f192" fmla="*/ f156 f82 1"/>
                <a:gd name="f193" fmla="*/ f155 f82 1"/>
                <a:gd name="f194" fmla="*/ f158 f81 1"/>
                <a:gd name="f195" fmla="*/ f159 f82 1"/>
                <a:gd name="f196" fmla="*/ f160 f81 1"/>
                <a:gd name="f197" fmla="*/ f161 f81 1"/>
                <a:gd name="f198" fmla="*/ f162 f82 1"/>
                <a:gd name="f199" fmla="*/ f163 f81 1"/>
                <a:gd name="f200" fmla="*/ f164 f82 1"/>
                <a:gd name="f201" fmla="*/ f165 f81 1"/>
                <a:gd name="f202" fmla="*/ f166 f82 1"/>
                <a:gd name="f203" fmla="*/ f167 f81 1"/>
                <a:gd name="f204" fmla="*/ f168 f82 1"/>
                <a:gd name="f205" fmla="*/ f169 f81 1"/>
                <a:gd name="f206" fmla="*/ f170 f82 1"/>
                <a:gd name="f207" fmla="*/ f171 f81 1"/>
                <a:gd name="f208" fmla="*/ f172 f82 1"/>
                <a:gd name="f209" fmla="*/ f173 f81 1"/>
                <a:gd name="f210" fmla="*/ f174 f82 1"/>
                <a:gd name="f211" fmla="*/ f175 f82 1"/>
                <a:gd name="f212" fmla="*/ f176 f81 1"/>
                <a:gd name="f213" fmla="*/ f177 f82 1"/>
                <a:gd name="f214" fmla="*/ f178 f81 1"/>
                <a:gd name="f215" fmla="*/ f179 f82 1"/>
                <a:gd name="f216" fmla="*/ f180 f81 1"/>
                <a:gd name="f217" fmla="*/ f181 f82 1"/>
                <a:gd name="f218" fmla="*/ f182 f81 1"/>
                <a:gd name="f219" fmla="*/ f183 f82 1"/>
                <a:gd name="f220" fmla="*/ f184 f81 1"/>
                <a:gd name="f221" fmla="*/ f185 f82 1"/>
                <a:gd name="f222" fmla="*/ f186 f81 1"/>
                <a:gd name="f223" fmla="*/ f187 f82 1"/>
                <a:gd name="f224" fmla="*/ f188 f81 1"/>
                <a:gd name="f225" fmla="*/ f189 f82 1"/>
              </a:gdLst>
              <a:ahLst/>
              <a:cxnLst>
                <a:cxn ang="3cd4">
                  <a:pos x="hc" y="t"/>
                </a:cxn>
                <a:cxn ang="0">
                  <a:pos x="r" y="vc"/>
                </a:cxn>
                <a:cxn ang="cd4">
                  <a:pos x="hc" y="b"/>
                </a:cxn>
                <a:cxn ang="cd2">
                  <a:pos x="l" y="vc"/>
                </a:cxn>
                <a:cxn ang="f157">
                  <a:pos x="f194" y="f195"/>
                </a:cxn>
                <a:cxn ang="f157">
                  <a:pos x="f196" y="f195"/>
                </a:cxn>
                <a:cxn ang="f157">
                  <a:pos x="f197" y="f198"/>
                </a:cxn>
                <a:cxn ang="f157">
                  <a:pos x="f199" y="f200"/>
                </a:cxn>
                <a:cxn ang="f157">
                  <a:pos x="f201" y="f202"/>
                </a:cxn>
                <a:cxn ang="f157">
                  <a:pos x="f203" y="f204"/>
                </a:cxn>
                <a:cxn ang="f157">
                  <a:pos x="f205" y="f206"/>
                </a:cxn>
                <a:cxn ang="f157">
                  <a:pos x="f207" y="f208"/>
                </a:cxn>
                <a:cxn ang="f157">
                  <a:pos x="f209" y="f210"/>
                </a:cxn>
                <a:cxn ang="f157">
                  <a:pos x="f209" y="f211"/>
                </a:cxn>
                <a:cxn ang="f157">
                  <a:pos x="f212" y="f213"/>
                </a:cxn>
                <a:cxn ang="f157">
                  <a:pos x="f214" y="f215"/>
                </a:cxn>
                <a:cxn ang="f157">
                  <a:pos x="f216" y="f217"/>
                </a:cxn>
                <a:cxn ang="f157">
                  <a:pos x="f218" y="f219"/>
                </a:cxn>
                <a:cxn ang="f157">
                  <a:pos x="f220" y="f221"/>
                </a:cxn>
                <a:cxn ang="f157">
                  <a:pos x="f222" y="f223"/>
                </a:cxn>
                <a:cxn ang="f157">
                  <a:pos x="f224" y="f225"/>
                </a:cxn>
              </a:cxnLst>
              <a:rect l="f190" t="f193" r="f191" b="f192"/>
              <a:pathLst>
                <a:path w="2501089" h="1972702">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lnTo>
                    <a:pt x="f5" y="f7"/>
                  </a:lnTo>
                  <a:lnTo>
                    <a:pt x="f5" y="f41"/>
                  </a:lnTo>
                  <a:lnTo>
                    <a:pt x="f42" y="f43"/>
                  </a:ln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9" name="Freeform: Shape 15">
              <a:extLst>
                <a:ext uri="{FF2B5EF4-FFF2-40B4-BE49-F238E27FC236}">
                  <a16:creationId xmlns:a16="http://schemas.microsoft.com/office/drawing/2014/main" id="{F0CADE5D-D080-419C-4E94-DD7678549015}"/>
                </a:ext>
              </a:extLst>
            </p:cNvPr>
            <p:cNvSpPr/>
            <p:nvPr/>
          </p:nvSpPr>
          <p:spPr>
            <a:xfrm>
              <a:off x="301" y="2862"/>
              <a:ext cx="2491109" cy="1943657"/>
            </a:xfrm>
            <a:custGeom>
              <a:avLst/>
              <a:gdLst>
                <a:gd name="f0" fmla="val 10800000"/>
                <a:gd name="f1" fmla="val 5400000"/>
                <a:gd name="f2" fmla="val 180"/>
                <a:gd name="f3" fmla="val w"/>
                <a:gd name="f4" fmla="val h"/>
                <a:gd name="f5" fmla="val 0"/>
                <a:gd name="f6" fmla="val 2491105"/>
                <a:gd name="f7" fmla="val 1943661"/>
                <a:gd name="f8" fmla="val 1995408"/>
                <a:gd name="f9" fmla="val 2434705"/>
                <a:gd name="f10" fmla="val 174009"/>
                <a:gd name="f11" fmla="val 2087512"/>
                <a:gd name="f12" fmla="val 1067655"/>
                <a:gd name="f13" fmla="val 1129122"/>
                <a:gd name="f14" fmla="val 1753877"/>
                <a:gd name="f15" fmla="val 92457"/>
                <a:gd name="f16" fmla="val 1931703"/>
                <a:gd name="f17" fmla="val 1491489"/>
                <a:gd name="f18" fmla="val 34107"/>
                <a:gd name="f19" fmla="val 1486836"/>
                <a:gd name="f20" fmla="val 189055"/>
                <a:gd name="f21" fmla="val 1458696"/>
                <a:gd name="f22" fmla="val 343908"/>
                <a:gd name="f23" fmla="val 1416565"/>
                <a:gd name="f24" fmla="val 497577"/>
                <a:gd name="f25" fmla="val 1360598"/>
                <a:gd name="f26" fmla="val 796856"/>
                <a:gd name="f27" fmla="val 1251889"/>
                <a:gd name="f28" fmla="val 1081725"/>
                <a:gd name="f29" fmla="val 1091781"/>
                <a:gd name="f30" fmla="val 1321566"/>
                <a:gd name="f31" fmla="val 897645"/>
                <a:gd name="f32" fmla="val 1565577"/>
                <a:gd name="f33" fmla="val 700195"/>
                <a:gd name="f34" fmla="val 1757355"/>
                <a:gd name="f35" fmla="val 475523"/>
                <a:gd name="f36" fmla="val 1891495"/>
                <a:gd name="f37" fmla="val 230078"/>
                <a:gd name="f38" fmla="val 1917197"/>
                <a:gd name="f39" fmla="val 183033"/>
                <a:gd name="f40" fmla="val 1940526"/>
                <a:gd name="f41" fmla="val 135619"/>
                <a:gd name="f42" fmla="val 1961469"/>
                <a:gd name="f43" fmla="val 87885"/>
                <a:gd name="f44" fmla="+- 0 0 -90"/>
                <a:gd name="f45" fmla="*/ f3 1 2491105"/>
                <a:gd name="f46" fmla="*/ f4 1 1943661"/>
                <a:gd name="f47" fmla="+- f7 0 f5"/>
                <a:gd name="f48" fmla="+- f6 0 f5"/>
                <a:gd name="f49" fmla="*/ f44 f0 1"/>
                <a:gd name="f50" fmla="*/ f48 1 2491105"/>
                <a:gd name="f51" fmla="*/ f47 1 1943661"/>
                <a:gd name="f52" fmla="*/ 1995408 f48 1"/>
                <a:gd name="f53" fmla="*/ 0 f47 1"/>
                <a:gd name="f54" fmla="*/ 2491105 f48 1"/>
                <a:gd name="f55" fmla="*/ 2434705 f48 1"/>
                <a:gd name="f56" fmla="*/ 174009 f47 1"/>
                <a:gd name="f57" fmla="*/ 92457 f48 1"/>
                <a:gd name="f58" fmla="*/ 1931703 f47 1"/>
                <a:gd name="f59" fmla="*/ 0 f48 1"/>
                <a:gd name="f60" fmla="*/ 1943661 f47 1"/>
                <a:gd name="f61" fmla="*/ 1491489 f47 1"/>
                <a:gd name="f62" fmla="*/ 34107 f48 1"/>
                <a:gd name="f63" fmla="*/ 1486836 f47 1"/>
                <a:gd name="f64" fmla="*/ 497577 f48 1"/>
                <a:gd name="f65" fmla="*/ 1360598 f47 1"/>
                <a:gd name="f66" fmla="*/ 1321566 f48 1"/>
                <a:gd name="f67" fmla="*/ 897645 f47 1"/>
                <a:gd name="f68" fmla="*/ 1891495 f48 1"/>
                <a:gd name="f69" fmla="*/ 230078 f47 1"/>
                <a:gd name="f70" fmla="*/ 1961469 f48 1"/>
                <a:gd name="f71" fmla="*/ 87885 f47 1"/>
                <a:gd name="f72" fmla="*/ f49 1 f2"/>
                <a:gd name="f73" fmla="*/ f52 1 2491105"/>
                <a:gd name="f74" fmla="*/ f53 1 1943661"/>
                <a:gd name="f75" fmla="*/ f54 1 2491105"/>
                <a:gd name="f76" fmla="*/ f55 1 2491105"/>
                <a:gd name="f77" fmla="*/ f56 1 1943661"/>
                <a:gd name="f78" fmla="*/ f57 1 2491105"/>
                <a:gd name="f79" fmla="*/ f58 1 1943661"/>
                <a:gd name="f80" fmla="*/ f59 1 2491105"/>
                <a:gd name="f81" fmla="*/ f60 1 1943661"/>
                <a:gd name="f82" fmla="*/ f61 1 1943661"/>
                <a:gd name="f83" fmla="*/ f62 1 2491105"/>
                <a:gd name="f84" fmla="*/ f63 1 1943661"/>
                <a:gd name="f85" fmla="*/ f64 1 2491105"/>
                <a:gd name="f86" fmla="*/ f65 1 1943661"/>
                <a:gd name="f87" fmla="*/ f66 1 2491105"/>
                <a:gd name="f88" fmla="*/ f67 1 1943661"/>
                <a:gd name="f89" fmla="*/ f68 1 2491105"/>
                <a:gd name="f90" fmla="*/ f69 1 1943661"/>
                <a:gd name="f91" fmla="*/ f70 1 2491105"/>
                <a:gd name="f92" fmla="*/ f71 1 1943661"/>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1105" h="1943661">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grpSp>
        <p:nvGrpSpPr>
          <p:cNvPr id="10" name="Group 17">
            <a:extLst>
              <a:ext uri="{FF2B5EF4-FFF2-40B4-BE49-F238E27FC236}">
                <a16:creationId xmlns:a16="http://schemas.microsoft.com/office/drawing/2014/main" id="{03E02732-07D2-F17D-5E11-83DCB17B5320}"/>
              </a:ext>
            </a:extLst>
          </p:cNvPr>
          <p:cNvGrpSpPr/>
          <p:nvPr/>
        </p:nvGrpSpPr>
        <p:grpSpPr>
          <a:xfrm>
            <a:off x="9244483" y="0"/>
            <a:ext cx="2947513" cy="4826541"/>
            <a:chOff x="9244483" y="0"/>
            <a:chExt cx="2947513" cy="4826541"/>
          </a:xfrm>
        </p:grpSpPr>
        <p:sp>
          <p:nvSpPr>
            <p:cNvPr id="11" name="Freeform: Shape 18">
              <a:extLst>
                <a:ext uri="{FF2B5EF4-FFF2-40B4-BE49-F238E27FC236}">
                  <a16:creationId xmlns:a16="http://schemas.microsoft.com/office/drawing/2014/main" id="{406DB801-E9BE-E3B8-B18E-F19E07A2DB0B}"/>
                </a:ext>
              </a:extLst>
            </p:cNvPr>
            <p:cNvSpPr/>
            <p:nvPr/>
          </p:nvSpPr>
          <p:spPr>
            <a:xfrm rot="5399996" flipH="1">
              <a:off x="8304969" y="939514"/>
              <a:ext cx="4826541" cy="2947513"/>
            </a:xfrm>
            <a:custGeom>
              <a:avLst/>
              <a:gdLst>
                <a:gd name="f0" fmla="val 10800000"/>
                <a:gd name="f1" fmla="val 5400000"/>
                <a:gd name="f2" fmla="val 180"/>
                <a:gd name="f3" fmla="val w"/>
                <a:gd name="f4" fmla="val h"/>
                <a:gd name="f5" fmla="val 0"/>
                <a:gd name="f6" fmla="val 5324985"/>
                <a:gd name="f7" fmla="val 3251912"/>
                <a:gd name="f8" fmla="val 36826"/>
                <a:gd name="f9" fmla="val 45003"/>
                <a:gd name="f10" fmla="val 152909"/>
                <a:gd name="f11" fmla="val 50351"/>
                <a:gd name="f12" fmla="val 205154"/>
                <a:gd name="f13" fmla="val 58290"/>
                <a:gd name="f14" fmla="val 257123"/>
                <a:gd name="f15" fmla="val 68956"/>
                <a:gd name="f16" fmla="val 308600"/>
                <a:gd name="f17" fmla="val 91393"/>
                <a:gd name="f18" fmla="val 411324"/>
                <a:gd name="f19" fmla="val 123882"/>
                <a:gd name="f20" fmla="val 511847"/>
                <a:gd name="f21" fmla="val 167774"/>
                <a:gd name="f22" fmla="val 607968"/>
                <a:gd name="f23" fmla="val 178195"/>
                <a:gd name="f24" fmla="val 632173"/>
                <a:gd name="f25" fmla="val 190333"/>
                <a:gd name="f26" fmla="val 655798"/>
                <a:gd name="f27" fmla="val 201857"/>
                <a:gd name="f28" fmla="val 679539"/>
                <a:gd name="f29" fmla="val 214363"/>
                <a:gd name="f30" fmla="val 702933"/>
                <a:gd name="f31" fmla="val 226255"/>
                <a:gd name="f32" fmla="val 726557"/>
                <a:gd name="f33" fmla="val 239741"/>
                <a:gd name="f34" fmla="val 749488"/>
                <a:gd name="f35" fmla="val 265488"/>
                <a:gd name="f36" fmla="val 795812"/>
                <a:gd name="f37" fmla="val 294176"/>
                <a:gd name="f38" fmla="val 840746"/>
                <a:gd name="f39" fmla="val 323724"/>
                <a:gd name="f40" fmla="val 885101"/>
                <a:gd name="f41" fmla="val 353149"/>
                <a:gd name="f42" fmla="val 929572"/>
                <a:gd name="f43" fmla="val 384657"/>
                <a:gd name="f44" fmla="val 972885"/>
                <a:gd name="f45" fmla="val 416412"/>
                <a:gd name="f46" fmla="val 1016081"/>
                <a:gd name="f47" fmla="val 448655"/>
                <a:gd name="f48" fmla="val 1058931"/>
                <a:gd name="f49" fmla="val 482127"/>
                <a:gd name="f50" fmla="val 1101202"/>
                <a:gd name="f51" fmla="val 515719"/>
                <a:gd name="f52" fmla="val 1143356"/>
                <a:gd name="f53" fmla="val 583027"/>
                <a:gd name="f54" fmla="val 1227782"/>
                <a:gd name="f55" fmla="val 653402"/>
                <a:gd name="f56" fmla="val 1310470"/>
                <a:gd name="f57" fmla="val 722427"/>
                <a:gd name="f58" fmla="val 1395127"/>
                <a:gd name="f59" fmla="val 757123"/>
                <a:gd name="f60" fmla="val 1437282"/>
                <a:gd name="f61" fmla="val 791697"/>
                <a:gd name="f62" fmla="val 1479783"/>
                <a:gd name="f63" fmla="val 825780"/>
                <a:gd name="f64" fmla="val 1522749"/>
                <a:gd name="f65" fmla="val 859742"/>
                <a:gd name="f66" fmla="val 1565367"/>
                <a:gd name="f67" fmla="val 893457"/>
                <a:gd name="f68" fmla="val 1610649"/>
                <a:gd name="f69" fmla="val 926314"/>
                <a:gd name="f70" fmla="val 1651992"/>
                <a:gd name="f71" fmla="val 958927"/>
                <a:gd name="f72" fmla="val 1694379"/>
                <a:gd name="f73" fmla="val 993132"/>
                <a:gd name="f74" fmla="val 1735492"/>
                <a:gd name="f75" fmla="val 1026848"/>
                <a:gd name="f76" fmla="val 1776836"/>
                <a:gd name="f77" fmla="val 1061545"/>
                <a:gd name="f78" fmla="val 1817485"/>
                <a:gd name="f79" fmla="val 1095996"/>
                <a:gd name="f80" fmla="val 1858133"/>
                <a:gd name="f81" fmla="val 1131918"/>
                <a:gd name="f82" fmla="val 1897393"/>
                <a:gd name="f83" fmla="val 1203273"/>
                <a:gd name="f84" fmla="val 1976376"/>
                <a:gd name="f85" fmla="val 1277447"/>
                <a:gd name="f86" fmla="val 2052463"/>
                <a:gd name="f87" fmla="val 1354688"/>
                <a:gd name="f88" fmla="val 2124728"/>
                <a:gd name="f89" fmla="val 1509411"/>
                <a:gd name="f90" fmla="val 2268911"/>
                <a:gd name="f91" fmla="val 1676396"/>
                <a:gd name="f92" fmla="val 2397575"/>
                <a:gd name="f93" fmla="val 1855027"/>
                <a:gd name="f94" fmla="val 2504236"/>
                <a:gd name="f95" fmla="val 1944528"/>
                <a:gd name="f96" fmla="val 2557277"/>
                <a:gd name="f97" fmla="val 2036357"/>
                <a:gd name="f98" fmla="val 2605917"/>
                <a:gd name="f99" fmla="val 2131618"/>
                <a:gd name="f100" fmla="val 2646913"/>
                <a:gd name="f101" fmla="val 2226267"/>
                <a:gd name="f102" fmla="val 2689068"/>
                <a:gd name="f103" fmla="val 2323981"/>
                <a:gd name="f104" fmla="val 2724622"/>
                <a:gd name="f105" fmla="val 2423534"/>
                <a:gd name="f106" fmla="val 2754732"/>
                <a:gd name="f107" fmla="val 2523087"/>
                <a:gd name="f108" fmla="val 2784958"/>
                <a:gd name="f109" fmla="val 2624602"/>
                <a:gd name="f110" fmla="val 2809394"/>
                <a:gd name="f111" fmla="val 2727588"/>
                <a:gd name="f112" fmla="val 2829197"/>
                <a:gd name="f113" fmla="val 2830698"/>
                <a:gd name="f114" fmla="val 2848653"/>
                <a:gd name="f115" fmla="val 2935522"/>
                <a:gd name="f116" fmla="val 2861971"/>
                <a:gd name="f117" fmla="val 3041083"/>
                <a:gd name="f118" fmla="val 2870890"/>
                <a:gd name="f119" fmla="val 3146644"/>
                <a:gd name="f120" fmla="val 2879922"/>
                <a:gd name="f121" fmla="val 3253307"/>
                <a:gd name="f122" fmla="val 2883860"/>
                <a:gd name="f123" fmla="val 3360340"/>
                <a:gd name="f124" fmla="val 2883976"/>
                <a:gd name="f125" fmla="val 3387067"/>
                <a:gd name="f126" fmla="val 3414162"/>
                <a:gd name="f127" fmla="val 2884439"/>
                <a:gd name="f128" fmla="val 3439663"/>
                <a:gd name="f129" fmla="val 2883396"/>
                <a:gd name="f130" fmla="val 3478529"/>
                <a:gd name="f131" fmla="val 2882471"/>
                <a:gd name="f132" fmla="val 3517271"/>
                <a:gd name="f133" fmla="val 2880616"/>
                <a:gd name="f134" fmla="val 3568887"/>
                <a:gd name="f135" fmla="val 2878417"/>
                <a:gd name="f136" fmla="val 3620257"/>
                <a:gd name="f137" fmla="val 2873552"/>
                <a:gd name="f138" fmla="val 3671260"/>
                <a:gd name="f139" fmla="val 2867878"/>
                <a:gd name="f140" fmla="val 3875515"/>
                <a:gd name="f141" fmla="val 2844253"/>
                <a:gd name="f142" fmla="val 4074253"/>
                <a:gd name="f143" fmla="val 2792486"/>
                <a:gd name="f144" fmla="val 4265268"/>
                <a:gd name="f145" fmla="val 2716283"/>
                <a:gd name="f146" fmla="val 4361020"/>
                <a:gd name="f147" fmla="val 2678529"/>
                <a:gd name="f148" fmla="val 4454444"/>
                <a:gd name="f149" fmla="val 2633710"/>
                <a:gd name="f150" fmla="val 4546395"/>
                <a:gd name="f151" fmla="val 2584724"/>
                <a:gd name="f152" fmla="val 4638470"/>
                <a:gd name="f153" fmla="val 2535967"/>
                <a:gd name="f154" fmla="val 4728827"/>
                <a:gd name="f155" fmla="val 2481885"/>
                <a:gd name="f156" fmla="val 4817837"/>
                <a:gd name="f157" fmla="val 2424674"/>
                <a:gd name="f158" fmla="val 4906846"/>
                <a:gd name="f159" fmla="val 2367348"/>
                <a:gd name="f160" fmla="val 4994385"/>
                <a:gd name="f161" fmla="val 2306317"/>
                <a:gd name="f162" fmla="val 5081677"/>
                <a:gd name="f163" fmla="val 2243548"/>
                <a:gd name="f164" fmla="val 5125201"/>
                <a:gd name="f165" fmla="val 2212164"/>
                <a:gd name="f166" fmla="val 5168603"/>
                <a:gd name="f167" fmla="val 2179969"/>
                <a:gd name="f168" fmla="val 5211881"/>
                <a:gd name="f169" fmla="val 2147658"/>
                <a:gd name="f170" fmla="val 2062128"/>
                <a:gd name="f171" fmla="val 2514993"/>
                <a:gd name="f172" fmla="val 5314867"/>
                <a:gd name="f173" fmla="val 2522881"/>
                <a:gd name="f174" fmla="val 5225490"/>
                <a:gd name="f175" fmla="val 2591325"/>
                <a:gd name="f176" fmla="val 5133783"/>
                <a:gd name="f177" fmla="val 2658379"/>
                <a:gd name="f178" fmla="val 5038276"/>
                <a:gd name="f179" fmla="val 2722421"/>
                <a:gd name="f180" fmla="val 4942892"/>
                <a:gd name="f181" fmla="val 2786348"/>
                <a:gd name="f182" fmla="val 4844810"/>
                <a:gd name="f183" fmla="val 2848422"/>
                <a:gd name="f184" fmla="val 4741701"/>
                <a:gd name="f185" fmla="val 2904937"/>
                <a:gd name="f186" fmla="val 4638592"/>
                <a:gd name="f187" fmla="val 2961337"/>
                <a:gd name="f188" fmla="val 4531929"/>
                <a:gd name="f189" fmla="val 3013683"/>
                <a:gd name="f190" fmla="val 4420728"/>
                <a:gd name="f191" fmla="val 3058848"/>
                <a:gd name="f192" fmla="val 4199063"/>
                <a:gd name="f193" fmla="val 3150338"/>
                <a:gd name="f194" fmla="val 3959621"/>
                <a:gd name="f195" fmla="val 3211485"/>
                <a:gd name="f196" fmla="val 3717481"/>
                <a:gd name="f197" fmla="val 3237079"/>
                <a:gd name="f198" fmla="val 3656914"/>
                <a:gd name="f199" fmla="val 3243101"/>
                <a:gd name="f200" fmla="val 3596227"/>
                <a:gd name="f201" fmla="val 3247966"/>
                <a:gd name="f202" fmla="val 3535661"/>
                <a:gd name="f203" fmla="val 3249934"/>
                <a:gd name="f204" fmla="val 3490175"/>
                <a:gd name="f205" fmla="val 3251555"/>
                <a:gd name="f206" fmla="val 3444813"/>
                <a:gd name="f207" fmla="val 3251787"/>
                <a:gd name="f208" fmla="val 3252250"/>
                <a:gd name="f209" fmla="val 3385105"/>
                <a:gd name="f210" fmla="val 3251324"/>
                <a:gd name="f211" fmla="val 3355681"/>
                <a:gd name="f212" fmla="val 3250745"/>
                <a:gd name="f213" fmla="val 3296954"/>
                <a:gd name="f214" fmla="val 3250050"/>
                <a:gd name="f215" fmla="val 3237860"/>
                <a:gd name="f216" fmla="val 3246692"/>
                <a:gd name="f217" fmla="val 3179011"/>
                <a:gd name="f218" fmla="val 3243795"/>
                <a:gd name="f219" fmla="val 3120039"/>
                <a:gd name="f220" fmla="val 3239164"/>
                <a:gd name="f221" fmla="val 3061067"/>
                <a:gd name="f222" fmla="val 3234878"/>
                <a:gd name="f223" fmla="val 3002217"/>
                <a:gd name="f224" fmla="val 3227814"/>
                <a:gd name="f225" fmla="val 2884397"/>
                <a:gd name="f226" fmla="val 3214496"/>
                <a:gd name="f227" fmla="val 2766699"/>
                <a:gd name="f228" fmla="val 3196314"/>
                <a:gd name="f229" fmla="val 2650103"/>
                <a:gd name="f230" fmla="val 3170836"/>
                <a:gd name="f231" fmla="val 2533510"/>
                <a:gd name="f232" fmla="val 3145358"/>
                <a:gd name="f233" fmla="val 2418263"/>
                <a:gd name="f234" fmla="val 3112583"/>
                <a:gd name="f235" fmla="val 2305836"/>
                <a:gd name="f236" fmla="val 3072514"/>
                <a:gd name="f237" fmla="val 2193410"/>
                <a:gd name="f238" fmla="val 3032328"/>
                <a:gd name="f239" fmla="val 2083926"/>
                <a:gd name="f240" fmla="val 2984383"/>
                <a:gd name="f241" fmla="val 1978611"/>
                <a:gd name="f242" fmla="val 2929952"/>
                <a:gd name="f243" fmla="val 1873663"/>
                <a:gd name="f244" fmla="val 2874711"/>
                <a:gd name="f245" fmla="val 1772884"/>
                <a:gd name="f246" fmla="val 2812985"/>
                <a:gd name="f247" fmla="val 1678235"/>
                <a:gd name="f248" fmla="val 2744424"/>
                <a:gd name="f249" fmla="val 1488201"/>
                <a:gd name="f250" fmla="val 2608001"/>
                <a:gd name="f251" fmla="val 1321708"/>
                <a:gd name="f252" fmla="val 2448068"/>
                <a:gd name="f253" fmla="val 1175688"/>
                <a:gd name="f254" fmla="val 2277018"/>
                <a:gd name="f255" fmla="val 1102985"/>
                <a:gd name="f256" fmla="val 2191086"/>
                <a:gd name="f257" fmla="val 1035309"/>
                <a:gd name="f258" fmla="val 2102377"/>
                <a:gd name="f259" fmla="val 971310"/>
                <a:gd name="f260" fmla="val 2012044"/>
                <a:gd name="f261" fmla="val 907188"/>
                <a:gd name="f262" fmla="val 1921714"/>
                <a:gd name="f263" fmla="val 847358"/>
                <a:gd name="f264" fmla="val 1829413"/>
                <a:gd name="f265" fmla="val 790717"/>
                <a:gd name="f266" fmla="val 1735723"/>
                <a:gd name="f267" fmla="val 761782"/>
                <a:gd name="f268" fmla="val 1688357"/>
                <a:gd name="f269" fmla="val 735300"/>
                <a:gd name="f270" fmla="val 1644002"/>
                <a:gd name="f271" fmla="val 706488"/>
                <a:gd name="f272" fmla="val 1598604"/>
                <a:gd name="f273" fmla="val 677922"/>
                <a:gd name="f274" fmla="val 1553555"/>
                <a:gd name="f275" fmla="val 648866"/>
                <a:gd name="f276" fmla="val 1508505"/>
                <a:gd name="f277" fmla="val 618951"/>
                <a:gd name="f278" fmla="val 1463802"/>
                <a:gd name="f279" fmla="val 436273"/>
                <a:gd name="f280" fmla="val 1195355"/>
                <a:gd name="f281" fmla="val 405990"/>
                <a:gd name="f282" fmla="val 1150189"/>
                <a:gd name="f283" fmla="val 376075"/>
                <a:gd name="f284" fmla="val 1104792"/>
                <a:gd name="f285" fmla="val 346896"/>
                <a:gd name="f286" fmla="val 1058816"/>
                <a:gd name="f287" fmla="val 317716"/>
                <a:gd name="f288" fmla="val 1012838"/>
                <a:gd name="f289" fmla="val 288782"/>
                <a:gd name="f290" fmla="val 966747"/>
                <a:gd name="f291" fmla="val 261809"/>
                <a:gd name="f292" fmla="val 919264"/>
                <a:gd name="f293" fmla="val 207742"/>
                <a:gd name="f294" fmla="val 824764"/>
                <a:gd name="f295" fmla="val 158088"/>
                <a:gd name="f296" fmla="val 727485"/>
                <a:gd name="f297" fmla="val 118487"/>
                <a:gd name="f298" fmla="val 626498"/>
                <a:gd name="f299" fmla="val 78151"/>
                <a:gd name="f300" fmla="val 525859"/>
                <a:gd name="f301" fmla="val 48237"/>
                <a:gd name="f302" fmla="val 421515"/>
                <a:gd name="f303" fmla="val 28130"/>
                <a:gd name="f304" fmla="val 315781"/>
                <a:gd name="f305" fmla="val 18506"/>
                <a:gd name="f306" fmla="val 262914"/>
                <a:gd name="f307" fmla="val 11425"/>
                <a:gd name="f308" fmla="val 209642"/>
                <a:gd name="f309" fmla="val 6751"/>
                <a:gd name="f310" fmla="val 156195"/>
                <a:gd name="f311" fmla="+- 0 0 -90"/>
                <a:gd name="f312" fmla="*/ f3 1 5324985"/>
                <a:gd name="f313" fmla="*/ f4 1 3251912"/>
                <a:gd name="f314" fmla="+- f7 0 f5"/>
                <a:gd name="f315" fmla="+- f6 0 f5"/>
                <a:gd name="f316" fmla="*/ f311 f0 1"/>
                <a:gd name="f317" fmla="*/ f315 1 5324985"/>
                <a:gd name="f318" fmla="*/ f314 1 3251912"/>
                <a:gd name="f319" fmla="*/ 0 f315 1"/>
                <a:gd name="f320" fmla="*/ 0 f314 1"/>
                <a:gd name="f321" fmla="*/ 36826 f315 1"/>
                <a:gd name="f322" fmla="*/ 45003 f315 1"/>
                <a:gd name="f323" fmla="*/ 152909 f314 1"/>
                <a:gd name="f324" fmla="*/ 68956 f315 1"/>
                <a:gd name="f325" fmla="*/ 308600 f314 1"/>
                <a:gd name="f326" fmla="*/ 167774 f315 1"/>
                <a:gd name="f327" fmla="*/ 607968 f314 1"/>
                <a:gd name="f328" fmla="*/ 201857 f315 1"/>
                <a:gd name="f329" fmla="*/ 679539 f314 1"/>
                <a:gd name="f330" fmla="*/ 239741 f315 1"/>
                <a:gd name="f331" fmla="*/ 749488 f314 1"/>
                <a:gd name="f332" fmla="*/ 323724 f315 1"/>
                <a:gd name="f333" fmla="*/ 885101 f314 1"/>
                <a:gd name="f334" fmla="*/ 416412 f315 1"/>
                <a:gd name="f335" fmla="*/ 1016081 f314 1"/>
                <a:gd name="f336" fmla="*/ 515719 f315 1"/>
                <a:gd name="f337" fmla="*/ 1143356 f314 1"/>
                <a:gd name="f338" fmla="*/ 722427 f315 1"/>
                <a:gd name="f339" fmla="*/ 1395127 f314 1"/>
                <a:gd name="f340" fmla="*/ 825780 f315 1"/>
                <a:gd name="f341" fmla="*/ 1522749 f314 1"/>
                <a:gd name="f342" fmla="*/ 926314 f315 1"/>
                <a:gd name="f343" fmla="*/ 1651992 f314 1"/>
                <a:gd name="f344" fmla="*/ 1026848 f315 1"/>
                <a:gd name="f345" fmla="*/ 1776836 f314 1"/>
                <a:gd name="f346" fmla="*/ 1131918 f315 1"/>
                <a:gd name="f347" fmla="*/ 1897393 f314 1"/>
                <a:gd name="f348" fmla="*/ 1354688 f315 1"/>
                <a:gd name="f349" fmla="*/ 2124728 f314 1"/>
                <a:gd name="f350" fmla="*/ 1855027 f315 1"/>
                <a:gd name="f351" fmla="*/ 2504236 f314 1"/>
                <a:gd name="f352" fmla="*/ 2131618 f315 1"/>
                <a:gd name="f353" fmla="*/ 2646913 f314 1"/>
                <a:gd name="f354" fmla="*/ 2423534 f315 1"/>
                <a:gd name="f355" fmla="*/ 2754732 f314 1"/>
                <a:gd name="f356" fmla="*/ 2727588 f315 1"/>
                <a:gd name="f357" fmla="*/ 2829197 f314 1"/>
                <a:gd name="f358" fmla="*/ 3041083 f315 1"/>
                <a:gd name="f359" fmla="*/ 2870890 f314 1"/>
                <a:gd name="f360" fmla="*/ 3360340 f315 1"/>
                <a:gd name="f361" fmla="*/ 2883976 f314 1"/>
                <a:gd name="f362" fmla="*/ 3439663 f315 1"/>
                <a:gd name="f363" fmla="*/ 2883396 f314 1"/>
                <a:gd name="f364" fmla="*/ 3478529 f315 1"/>
                <a:gd name="f365" fmla="*/ 2882471 f314 1"/>
                <a:gd name="f366" fmla="*/ 3517271 f315 1"/>
                <a:gd name="f367" fmla="*/ 2880616 f314 1"/>
                <a:gd name="f368" fmla="*/ 3671260 f315 1"/>
                <a:gd name="f369" fmla="*/ 2867878 f314 1"/>
                <a:gd name="f370" fmla="*/ 4265268 f315 1"/>
                <a:gd name="f371" fmla="*/ 2716283 f314 1"/>
                <a:gd name="f372" fmla="*/ 4546395 f315 1"/>
                <a:gd name="f373" fmla="*/ 2584724 f314 1"/>
                <a:gd name="f374" fmla="*/ 4817837 f315 1"/>
                <a:gd name="f375" fmla="*/ 2424674 f314 1"/>
                <a:gd name="f376" fmla="*/ 5081677 f315 1"/>
                <a:gd name="f377" fmla="*/ 2243548 f314 1"/>
                <a:gd name="f378" fmla="*/ 5211881 f315 1"/>
                <a:gd name="f379" fmla="*/ 2147658 f314 1"/>
                <a:gd name="f380" fmla="*/ 5324985 f315 1"/>
                <a:gd name="f381" fmla="*/ 2062128 f314 1"/>
                <a:gd name="f382" fmla="*/ 2514993 f314 1"/>
                <a:gd name="f383" fmla="*/ 5314867 f315 1"/>
                <a:gd name="f384" fmla="*/ 2522881 f314 1"/>
                <a:gd name="f385" fmla="*/ 5038276 f315 1"/>
                <a:gd name="f386" fmla="*/ 2722421 f314 1"/>
                <a:gd name="f387" fmla="*/ 4741701 f315 1"/>
                <a:gd name="f388" fmla="*/ 2904937 f314 1"/>
                <a:gd name="f389" fmla="*/ 4420728 f315 1"/>
                <a:gd name="f390" fmla="*/ 3058848 f314 1"/>
                <a:gd name="f391" fmla="*/ 3717481 f315 1"/>
                <a:gd name="f392" fmla="*/ 3237079 f314 1"/>
                <a:gd name="f393" fmla="*/ 3535661 f315 1"/>
                <a:gd name="f394" fmla="*/ 3249934 f314 1"/>
                <a:gd name="f395" fmla="*/ 3490175 f315 1"/>
                <a:gd name="f396" fmla="*/ 3251555 f314 1"/>
                <a:gd name="f397" fmla="*/ 3444813 f315 1"/>
                <a:gd name="f398" fmla="*/ 3251787 f314 1"/>
                <a:gd name="f399" fmla="*/ 3355681 f315 1"/>
                <a:gd name="f400" fmla="*/ 3250745 f314 1"/>
                <a:gd name="f401" fmla="*/ 3179011 f315 1"/>
                <a:gd name="f402" fmla="*/ 3243795 f314 1"/>
                <a:gd name="f403" fmla="*/ 3002217 f315 1"/>
                <a:gd name="f404" fmla="*/ 3227814 f314 1"/>
                <a:gd name="f405" fmla="*/ 2650103 f315 1"/>
                <a:gd name="f406" fmla="*/ 3170836 f314 1"/>
                <a:gd name="f407" fmla="*/ 2305836 f315 1"/>
                <a:gd name="f408" fmla="*/ 3072514 f314 1"/>
                <a:gd name="f409" fmla="*/ 1978611 f315 1"/>
                <a:gd name="f410" fmla="*/ 2929952 f314 1"/>
                <a:gd name="f411" fmla="*/ 1678235 f315 1"/>
                <a:gd name="f412" fmla="*/ 2744424 f314 1"/>
                <a:gd name="f413" fmla="*/ 1175688 f315 1"/>
                <a:gd name="f414" fmla="*/ 2277018 f314 1"/>
                <a:gd name="f415" fmla="*/ 971310 f315 1"/>
                <a:gd name="f416" fmla="*/ 2012044 f314 1"/>
                <a:gd name="f417" fmla="*/ 790717 f315 1"/>
                <a:gd name="f418" fmla="*/ 1735723 f314 1"/>
                <a:gd name="f419" fmla="*/ 706488 f315 1"/>
                <a:gd name="f420" fmla="*/ 1598604 f314 1"/>
                <a:gd name="f421" fmla="*/ 618951 f315 1"/>
                <a:gd name="f422" fmla="*/ 1463802 f314 1"/>
                <a:gd name="f423" fmla="*/ 436273 f315 1"/>
                <a:gd name="f424" fmla="*/ 1195355 f314 1"/>
                <a:gd name="f425" fmla="*/ 346896 f315 1"/>
                <a:gd name="f426" fmla="*/ 1058816 f314 1"/>
                <a:gd name="f427" fmla="*/ 261809 f315 1"/>
                <a:gd name="f428" fmla="*/ 919264 f314 1"/>
                <a:gd name="f429" fmla="*/ 118487 f315 1"/>
                <a:gd name="f430" fmla="*/ 626498 f314 1"/>
                <a:gd name="f431" fmla="*/ 28130 f315 1"/>
                <a:gd name="f432" fmla="*/ 315781 f314 1"/>
                <a:gd name="f433" fmla="*/ 6751 f315 1"/>
                <a:gd name="f434" fmla="*/ 156195 f314 1"/>
                <a:gd name="f435" fmla="*/ f316 1 f2"/>
                <a:gd name="f436" fmla="*/ f319 1 5324985"/>
                <a:gd name="f437" fmla="*/ f320 1 3251912"/>
                <a:gd name="f438" fmla="*/ f321 1 5324985"/>
                <a:gd name="f439" fmla="*/ f322 1 5324985"/>
                <a:gd name="f440" fmla="*/ f323 1 3251912"/>
                <a:gd name="f441" fmla="*/ f324 1 5324985"/>
                <a:gd name="f442" fmla="*/ f325 1 3251912"/>
                <a:gd name="f443" fmla="*/ f326 1 5324985"/>
                <a:gd name="f444" fmla="*/ f327 1 3251912"/>
                <a:gd name="f445" fmla="*/ f328 1 5324985"/>
                <a:gd name="f446" fmla="*/ f329 1 3251912"/>
                <a:gd name="f447" fmla="*/ f330 1 5324985"/>
                <a:gd name="f448" fmla="*/ f331 1 3251912"/>
                <a:gd name="f449" fmla="*/ f332 1 5324985"/>
                <a:gd name="f450" fmla="*/ f333 1 3251912"/>
                <a:gd name="f451" fmla="*/ f334 1 5324985"/>
                <a:gd name="f452" fmla="*/ f335 1 3251912"/>
                <a:gd name="f453" fmla="*/ f336 1 5324985"/>
                <a:gd name="f454" fmla="*/ f337 1 3251912"/>
                <a:gd name="f455" fmla="*/ f338 1 5324985"/>
                <a:gd name="f456" fmla="*/ f339 1 3251912"/>
                <a:gd name="f457" fmla="*/ f340 1 5324985"/>
                <a:gd name="f458" fmla="*/ f341 1 3251912"/>
                <a:gd name="f459" fmla="*/ f342 1 5324985"/>
                <a:gd name="f460" fmla="*/ f343 1 3251912"/>
                <a:gd name="f461" fmla="*/ f344 1 5324985"/>
                <a:gd name="f462" fmla="*/ f345 1 3251912"/>
                <a:gd name="f463" fmla="*/ f346 1 5324985"/>
                <a:gd name="f464" fmla="*/ f347 1 3251912"/>
                <a:gd name="f465" fmla="*/ f348 1 5324985"/>
                <a:gd name="f466" fmla="*/ f349 1 3251912"/>
                <a:gd name="f467" fmla="*/ f350 1 5324985"/>
                <a:gd name="f468" fmla="*/ f351 1 3251912"/>
                <a:gd name="f469" fmla="*/ f352 1 5324985"/>
                <a:gd name="f470" fmla="*/ f353 1 3251912"/>
                <a:gd name="f471" fmla="*/ f354 1 5324985"/>
                <a:gd name="f472" fmla="*/ f355 1 3251912"/>
                <a:gd name="f473" fmla="*/ f356 1 5324985"/>
                <a:gd name="f474" fmla="*/ f357 1 3251912"/>
                <a:gd name="f475" fmla="*/ f358 1 5324985"/>
                <a:gd name="f476" fmla="*/ f359 1 3251912"/>
                <a:gd name="f477" fmla="*/ f360 1 5324985"/>
                <a:gd name="f478" fmla="*/ f361 1 3251912"/>
                <a:gd name="f479" fmla="*/ f362 1 5324985"/>
                <a:gd name="f480" fmla="*/ f363 1 3251912"/>
                <a:gd name="f481" fmla="*/ f364 1 5324985"/>
                <a:gd name="f482" fmla="*/ f365 1 3251912"/>
                <a:gd name="f483" fmla="*/ f366 1 5324985"/>
                <a:gd name="f484" fmla="*/ f367 1 3251912"/>
                <a:gd name="f485" fmla="*/ f368 1 5324985"/>
                <a:gd name="f486" fmla="*/ f369 1 3251912"/>
                <a:gd name="f487" fmla="*/ f370 1 5324985"/>
                <a:gd name="f488" fmla="*/ f371 1 3251912"/>
                <a:gd name="f489" fmla="*/ f372 1 5324985"/>
                <a:gd name="f490" fmla="*/ f373 1 3251912"/>
                <a:gd name="f491" fmla="*/ f374 1 5324985"/>
                <a:gd name="f492" fmla="*/ f375 1 3251912"/>
                <a:gd name="f493" fmla="*/ f376 1 5324985"/>
                <a:gd name="f494" fmla="*/ f377 1 3251912"/>
                <a:gd name="f495" fmla="*/ f378 1 5324985"/>
                <a:gd name="f496" fmla="*/ f379 1 3251912"/>
                <a:gd name="f497" fmla="*/ f380 1 5324985"/>
                <a:gd name="f498" fmla="*/ f381 1 3251912"/>
                <a:gd name="f499" fmla="*/ f382 1 3251912"/>
                <a:gd name="f500" fmla="*/ f383 1 5324985"/>
                <a:gd name="f501" fmla="*/ f384 1 3251912"/>
                <a:gd name="f502" fmla="*/ f385 1 5324985"/>
                <a:gd name="f503" fmla="*/ f386 1 3251912"/>
                <a:gd name="f504" fmla="*/ f387 1 5324985"/>
                <a:gd name="f505" fmla="*/ f388 1 3251912"/>
                <a:gd name="f506" fmla="*/ f389 1 5324985"/>
                <a:gd name="f507" fmla="*/ f390 1 3251912"/>
                <a:gd name="f508" fmla="*/ f391 1 5324985"/>
                <a:gd name="f509" fmla="*/ f392 1 3251912"/>
                <a:gd name="f510" fmla="*/ f393 1 5324985"/>
                <a:gd name="f511" fmla="*/ f394 1 3251912"/>
                <a:gd name="f512" fmla="*/ f395 1 5324985"/>
                <a:gd name="f513" fmla="*/ f396 1 3251912"/>
                <a:gd name="f514" fmla="*/ f397 1 5324985"/>
                <a:gd name="f515" fmla="*/ f398 1 3251912"/>
                <a:gd name="f516" fmla="*/ f399 1 5324985"/>
                <a:gd name="f517" fmla="*/ f400 1 3251912"/>
                <a:gd name="f518" fmla="*/ f401 1 5324985"/>
                <a:gd name="f519" fmla="*/ f402 1 3251912"/>
                <a:gd name="f520" fmla="*/ f403 1 5324985"/>
                <a:gd name="f521" fmla="*/ f404 1 3251912"/>
                <a:gd name="f522" fmla="*/ f405 1 5324985"/>
                <a:gd name="f523" fmla="*/ f406 1 3251912"/>
                <a:gd name="f524" fmla="*/ f407 1 5324985"/>
                <a:gd name="f525" fmla="*/ f408 1 3251912"/>
                <a:gd name="f526" fmla="*/ f409 1 5324985"/>
                <a:gd name="f527" fmla="*/ f410 1 3251912"/>
                <a:gd name="f528" fmla="*/ f411 1 5324985"/>
                <a:gd name="f529" fmla="*/ f412 1 3251912"/>
                <a:gd name="f530" fmla="*/ f413 1 5324985"/>
                <a:gd name="f531" fmla="*/ f414 1 3251912"/>
                <a:gd name="f532" fmla="*/ f415 1 5324985"/>
                <a:gd name="f533" fmla="*/ f416 1 3251912"/>
                <a:gd name="f534" fmla="*/ f417 1 5324985"/>
                <a:gd name="f535" fmla="*/ f418 1 3251912"/>
                <a:gd name="f536" fmla="*/ f419 1 5324985"/>
                <a:gd name="f537" fmla="*/ f420 1 3251912"/>
                <a:gd name="f538" fmla="*/ f421 1 5324985"/>
                <a:gd name="f539" fmla="*/ f422 1 3251912"/>
                <a:gd name="f540" fmla="*/ f423 1 5324985"/>
                <a:gd name="f541" fmla="*/ f424 1 3251912"/>
                <a:gd name="f542" fmla="*/ f425 1 5324985"/>
                <a:gd name="f543" fmla="*/ f426 1 3251912"/>
                <a:gd name="f544" fmla="*/ f427 1 5324985"/>
                <a:gd name="f545" fmla="*/ f428 1 3251912"/>
                <a:gd name="f546" fmla="*/ f429 1 5324985"/>
                <a:gd name="f547" fmla="*/ f430 1 3251912"/>
                <a:gd name="f548" fmla="*/ f431 1 5324985"/>
                <a:gd name="f549" fmla="*/ f432 1 3251912"/>
                <a:gd name="f550" fmla="*/ f433 1 5324985"/>
                <a:gd name="f551" fmla="*/ f434 1 3251912"/>
                <a:gd name="f552" fmla="*/ f5 1 f317"/>
                <a:gd name="f553" fmla="*/ f6 1 f317"/>
                <a:gd name="f554" fmla="*/ f5 1 f318"/>
                <a:gd name="f555" fmla="*/ f7 1 f318"/>
                <a:gd name="f556" fmla="+- f435 0 f1"/>
                <a:gd name="f557" fmla="*/ f436 1 f317"/>
                <a:gd name="f558" fmla="*/ f437 1 f318"/>
                <a:gd name="f559" fmla="*/ f438 1 f317"/>
                <a:gd name="f560" fmla="*/ f439 1 f317"/>
                <a:gd name="f561" fmla="*/ f440 1 f318"/>
                <a:gd name="f562" fmla="*/ f441 1 f317"/>
                <a:gd name="f563" fmla="*/ f442 1 f318"/>
                <a:gd name="f564" fmla="*/ f443 1 f317"/>
                <a:gd name="f565" fmla="*/ f444 1 f318"/>
                <a:gd name="f566" fmla="*/ f445 1 f317"/>
                <a:gd name="f567" fmla="*/ f446 1 f318"/>
                <a:gd name="f568" fmla="*/ f447 1 f317"/>
                <a:gd name="f569" fmla="*/ f448 1 f318"/>
                <a:gd name="f570" fmla="*/ f449 1 f317"/>
                <a:gd name="f571" fmla="*/ f450 1 f318"/>
                <a:gd name="f572" fmla="*/ f451 1 f317"/>
                <a:gd name="f573" fmla="*/ f452 1 f318"/>
                <a:gd name="f574" fmla="*/ f453 1 f317"/>
                <a:gd name="f575" fmla="*/ f454 1 f318"/>
                <a:gd name="f576" fmla="*/ f455 1 f317"/>
                <a:gd name="f577" fmla="*/ f456 1 f318"/>
                <a:gd name="f578" fmla="*/ f457 1 f317"/>
                <a:gd name="f579" fmla="*/ f458 1 f318"/>
                <a:gd name="f580" fmla="*/ f459 1 f317"/>
                <a:gd name="f581" fmla="*/ f460 1 f318"/>
                <a:gd name="f582" fmla="*/ f461 1 f317"/>
                <a:gd name="f583" fmla="*/ f462 1 f318"/>
                <a:gd name="f584" fmla="*/ f463 1 f317"/>
                <a:gd name="f585" fmla="*/ f464 1 f318"/>
                <a:gd name="f586" fmla="*/ f465 1 f317"/>
                <a:gd name="f587" fmla="*/ f466 1 f318"/>
                <a:gd name="f588" fmla="*/ f467 1 f317"/>
                <a:gd name="f589" fmla="*/ f468 1 f318"/>
                <a:gd name="f590" fmla="*/ f469 1 f317"/>
                <a:gd name="f591" fmla="*/ f470 1 f318"/>
                <a:gd name="f592" fmla="*/ f471 1 f317"/>
                <a:gd name="f593" fmla="*/ f472 1 f318"/>
                <a:gd name="f594" fmla="*/ f473 1 f317"/>
                <a:gd name="f595" fmla="*/ f474 1 f318"/>
                <a:gd name="f596" fmla="*/ f475 1 f317"/>
                <a:gd name="f597" fmla="*/ f476 1 f318"/>
                <a:gd name="f598" fmla="*/ f477 1 f317"/>
                <a:gd name="f599" fmla="*/ f478 1 f318"/>
                <a:gd name="f600" fmla="*/ f479 1 f317"/>
                <a:gd name="f601" fmla="*/ f480 1 f318"/>
                <a:gd name="f602" fmla="*/ f481 1 f317"/>
                <a:gd name="f603" fmla="*/ f482 1 f318"/>
                <a:gd name="f604" fmla="*/ f483 1 f317"/>
                <a:gd name="f605" fmla="*/ f484 1 f318"/>
                <a:gd name="f606" fmla="*/ f485 1 f317"/>
                <a:gd name="f607" fmla="*/ f486 1 f318"/>
                <a:gd name="f608" fmla="*/ f487 1 f317"/>
                <a:gd name="f609" fmla="*/ f488 1 f318"/>
                <a:gd name="f610" fmla="*/ f489 1 f317"/>
                <a:gd name="f611" fmla="*/ f490 1 f318"/>
                <a:gd name="f612" fmla="*/ f491 1 f317"/>
                <a:gd name="f613" fmla="*/ f492 1 f318"/>
                <a:gd name="f614" fmla="*/ f493 1 f317"/>
                <a:gd name="f615" fmla="*/ f494 1 f318"/>
                <a:gd name="f616" fmla="*/ f495 1 f317"/>
                <a:gd name="f617" fmla="*/ f496 1 f318"/>
                <a:gd name="f618" fmla="*/ f497 1 f317"/>
                <a:gd name="f619" fmla="*/ f498 1 f318"/>
                <a:gd name="f620" fmla="*/ f499 1 f318"/>
                <a:gd name="f621" fmla="*/ f500 1 f317"/>
                <a:gd name="f622" fmla="*/ f501 1 f318"/>
                <a:gd name="f623" fmla="*/ f502 1 f317"/>
                <a:gd name="f624" fmla="*/ f503 1 f318"/>
                <a:gd name="f625" fmla="*/ f504 1 f317"/>
                <a:gd name="f626" fmla="*/ f505 1 f318"/>
                <a:gd name="f627" fmla="*/ f506 1 f317"/>
                <a:gd name="f628" fmla="*/ f507 1 f318"/>
                <a:gd name="f629" fmla="*/ f508 1 f317"/>
                <a:gd name="f630" fmla="*/ f509 1 f318"/>
                <a:gd name="f631" fmla="*/ f510 1 f317"/>
                <a:gd name="f632" fmla="*/ f511 1 f318"/>
                <a:gd name="f633" fmla="*/ f512 1 f317"/>
                <a:gd name="f634" fmla="*/ f513 1 f318"/>
                <a:gd name="f635" fmla="*/ f514 1 f317"/>
                <a:gd name="f636" fmla="*/ f515 1 f318"/>
                <a:gd name="f637" fmla="*/ f516 1 f317"/>
                <a:gd name="f638" fmla="*/ f517 1 f318"/>
                <a:gd name="f639" fmla="*/ f518 1 f317"/>
                <a:gd name="f640" fmla="*/ f519 1 f318"/>
                <a:gd name="f641" fmla="*/ f520 1 f317"/>
                <a:gd name="f642" fmla="*/ f521 1 f318"/>
                <a:gd name="f643" fmla="*/ f522 1 f317"/>
                <a:gd name="f644" fmla="*/ f523 1 f318"/>
                <a:gd name="f645" fmla="*/ f524 1 f317"/>
                <a:gd name="f646" fmla="*/ f525 1 f318"/>
                <a:gd name="f647" fmla="*/ f526 1 f317"/>
                <a:gd name="f648" fmla="*/ f527 1 f318"/>
                <a:gd name="f649" fmla="*/ f528 1 f317"/>
                <a:gd name="f650" fmla="*/ f529 1 f318"/>
                <a:gd name="f651" fmla="*/ f530 1 f317"/>
                <a:gd name="f652" fmla="*/ f531 1 f318"/>
                <a:gd name="f653" fmla="*/ f532 1 f317"/>
                <a:gd name="f654" fmla="*/ f533 1 f318"/>
                <a:gd name="f655" fmla="*/ f534 1 f317"/>
                <a:gd name="f656" fmla="*/ f535 1 f318"/>
                <a:gd name="f657" fmla="*/ f536 1 f317"/>
                <a:gd name="f658" fmla="*/ f537 1 f318"/>
                <a:gd name="f659" fmla="*/ f538 1 f317"/>
                <a:gd name="f660" fmla="*/ f539 1 f318"/>
                <a:gd name="f661" fmla="*/ f540 1 f317"/>
                <a:gd name="f662" fmla="*/ f541 1 f318"/>
                <a:gd name="f663" fmla="*/ f542 1 f317"/>
                <a:gd name="f664" fmla="*/ f543 1 f318"/>
                <a:gd name="f665" fmla="*/ f544 1 f317"/>
                <a:gd name="f666" fmla="*/ f545 1 f318"/>
                <a:gd name="f667" fmla="*/ f546 1 f317"/>
                <a:gd name="f668" fmla="*/ f547 1 f318"/>
                <a:gd name="f669" fmla="*/ f548 1 f317"/>
                <a:gd name="f670" fmla="*/ f549 1 f318"/>
                <a:gd name="f671" fmla="*/ f550 1 f317"/>
                <a:gd name="f672" fmla="*/ f551 1 f318"/>
                <a:gd name="f673" fmla="*/ f552 f312 1"/>
                <a:gd name="f674" fmla="*/ f553 f312 1"/>
                <a:gd name="f675" fmla="*/ f555 f313 1"/>
                <a:gd name="f676" fmla="*/ f554 f313 1"/>
                <a:gd name="f677" fmla="*/ f557 f312 1"/>
                <a:gd name="f678" fmla="*/ f558 f313 1"/>
                <a:gd name="f679" fmla="*/ f559 f312 1"/>
                <a:gd name="f680" fmla="*/ f560 f312 1"/>
                <a:gd name="f681" fmla="*/ f561 f313 1"/>
                <a:gd name="f682" fmla="*/ f562 f312 1"/>
                <a:gd name="f683" fmla="*/ f563 f313 1"/>
                <a:gd name="f684" fmla="*/ f564 f312 1"/>
                <a:gd name="f685" fmla="*/ f565 f313 1"/>
                <a:gd name="f686" fmla="*/ f566 f312 1"/>
                <a:gd name="f687" fmla="*/ f567 f313 1"/>
                <a:gd name="f688" fmla="*/ f568 f312 1"/>
                <a:gd name="f689" fmla="*/ f569 f313 1"/>
                <a:gd name="f690" fmla="*/ f570 f312 1"/>
                <a:gd name="f691" fmla="*/ f571 f313 1"/>
                <a:gd name="f692" fmla="*/ f572 f312 1"/>
                <a:gd name="f693" fmla="*/ f573 f313 1"/>
                <a:gd name="f694" fmla="*/ f574 f312 1"/>
                <a:gd name="f695" fmla="*/ f575 f313 1"/>
                <a:gd name="f696" fmla="*/ f576 f312 1"/>
                <a:gd name="f697" fmla="*/ f577 f313 1"/>
                <a:gd name="f698" fmla="*/ f578 f312 1"/>
                <a:gd name="f699" fmla="*/ f579 f313 1"/>
                <a:gd name="f700" fmla="*/ f580 f312 1"/>
                <a:gd name="f701" fmla="*/ f581 f313 1"/>
                <a:gd name="f702" fmla="*/ f582 f312 1"/>
                <a:gd name="f703" fmla="*/ f583 f313 1"/>
                <a:gd name="f704" fmla="*/ f584 f312 1"/>
                <a:gd name="f705" fmla="*/ f585 f313 1"/>
                <a:gd name="f706" fmla="*/ f586 f312 1"/>
                <a:gd name="f707" fmla="*/ f587 f313 1"/>
                <a:gd name="f708" fmla="*/ f588 f312 1"/>
                <a:gd name="f709" fmla="*/ f589 f313 1"/>
                <a:gd name="f710" fmla="*/ f590 f312 1"/>
                <a:gd name="f711" fmla="*/ f591 f313 1"/>
                <a:gd name="f712" fmla="*/ f592 f312 1"/>
                <a:gd name="f713" fmla="*/ f593 f313 1"/>
                <a:gd name="f714" fmla="*/ f594 f312 1"/>
                <a:gd name="f715" fmla="*/ f595 f313 1"/>
                <a:gd name="f716" fmla="*/ f596 f312 1"/>
                <a:gd name="f717" fmla="*/ f597 f313 1"/>
                <a:gd name="f718" fmla="*/ f598 f312 1"/>
                <a:gd name="f719" fmla="*/ f599 f313 1"/>
                <a:gd name="f720" fmla="*/ f600 f312 1"/>
                <a:gd name="f721" fmla="*/ f601 f313 1"/>
                <a:gd name="f722" fmla="*/ f602 f312 1"/>
                <a:gd name="f723" fmla="*/ f603 f313 1"/>
                <a:gd name="f724" fmla="*/ f604 f312 1"/>
                <a:gd name="f725" fmla="*/ f605 f313 1"/>
                <a:gd name="f726" fmla="*/ f606 f312 1"/>
                <a:gd name="f727" fmla="*/ f607 f313 1"/>
                <a:gd name="f728" fmla="*/ f608 f312 1"/>
                <a:gd name="f729" fmla="*/ f609 f313 1"/>
                <a:gd name="f730" fmla="*/ f610 f312 1"/>
                <a:gd name="f731" fmla="*/ f611 f313 1"/>
                <a:gd name="f732" fmla="*/ f612 f312 1"/>
                <a:gd name="f733" fmla="*/ f613 f313 1"/>
                <a:gd name="f734" fmla="*/ f614 f312 1"/>
                <a:gd name="f735" fmla="*/ f615 f313 1"/>
                <a:gd name="f736" fmla="*/ f616 f312 1"/>
                <a:gd name="f737" fmla="*/ f617 f313 1"/>
                <a:gd name="f738" fmla="*/ f618 f312 1"/>
                <a:gd name="f739" fmla="*/ f619 f313 1"/>
                <a:gd name="f740" fmla="*/ f620 f313 1"/>
                <a:gd name="f741" fmla="*/ f621 f312 1"/>
                <a:gd name="f742" fmla="*/ f622 f313 1"/>
                <a:gd name="f743" fmla="*/ f623 f312 1"/>
                <a:gd name="f744" fmla="*/ f624 f313 1"/>
                <a:gd name="f745" fmla="*/ f625 f312 1"/>
                <a:gd name="f746" fmla="*/ f626 f313 1"/>
                <a:gd name="f747" fmla="*/ f627 f312 1"/>
                <a:gd name="f748" fmla="*/ f628 f313 1"/>
                <a:gd name="f749" fmla="*/ f629 f312 1"/>
                <a:gd name="f750" fmla="*/ f630 f313 1"/>
                <a:gd name="f751" fmla="*/ f631 f312 1"/>
                <a:gd name="f752" fmla="*/ f632 f313 1"/>
                <a:gd name="f753" fmla="*/ f633 f312 1"/>
                <a:gd name="f754" fmla="*/ f634 f313 1"/>
                <a:gd name="f755" fmla="*/ f635 f312 1"/>
                <a:gd name="f756" fmla="*/ f636 f313 1"/>
                <a:gd name="f757" fmla="*/ f637 f312 1"/>
                <a:gd name="f758" fmla="*/ f638 f313 1"/>
                <a:gd name="f759" fmla="*/ f639 f312 1"/>
                <a:gd name="f760" fmla="*/ f640 f313 1"/>
                <a:gd name="f761" fmla="*/ f641 f312 1"/>
                <a:gd name="f762" fmla="*/ f642 f313 1"/>
                <a:gd name="f763" fmla="*/ f643 f312 1"/>
                <a:gd name="f764" fmla="*/ f644 f313 1"/>
                <a:gd name="f765" fmla="*/ f645 f312 1"/>
                <a:gd name="f766" fmla="*/ f646 f313 1"/>
                <a:gd name="f767" fmla="*/ f647 f312 1"/>
                <a:gd name="f768" fmla="*/ f648 f313 1"/>
                <a:gd name="f769" fmla="*/ f649 f312 1"/>
                <a:gd name="f770" fmla="*/ f650 f313 1"/>
                <a:gd name="f771" fmla="*/ f651 f312 1"/>
                <a:gd name="f772" fmla="*/ f652 f313 1"/>
                <a:gd name="f773" fmla="*/ f653 f312 1"/>
                <a:gd name="f774" fmla="*/ f654 f313 1"/>
                <a:gd name="f775" fmla="*/ f655 f312 1"/>
                <a:gd name="f776" fmla="*/ f656 f313 1"/>
                <a:gd name="f777" fmla="*/ f657 f312 1"/>
                <a:gd name="f778" fmla="*/ f658 f313 1"/>
                <a:gd name="f779" fmla="*/ f659 f312 1"/>
                <a:gd name="f780" fmla="*/ f660 f313 1"/>
                <a:gd name="f781" fmla="*/ f661 f312 1"/>
                <a:gd name="f782" fmla="*/ f662 f313 1"/>
                <a:gd name="f783" fmla="*/ f663 f312 1"/>
                <a:gd name="f784" fmla="*/ f664 f313 1"/>
                <a:gd name="f785" fmla="*/ f665 f312 1"/>
                <a:gd name="f786" fmla="*/ f666 f313 1"/>
                <a:gd name="f787" fmla="*/ f667 f312 1"/>
                <a:gd name="f788" fmla="*/ f668 f313 1"/>
                <a:gd name="f789" fmla="*/ f669 f312 1"/>
                <a:gd name="f790" fmla="*/ f670 f313 1"/>
                <a:gd name="f791" fmla="*/ f671 f312 1"/>
                <a:gd name="f792" fmla="*/ f672 f313 1"/>
              </a:gdLst>
              <a:ahLst/>
              <a:cxnLst>
                <a:cxn ang="3cd4">
                  <a:pos x="hc" y="t"/>
                </a:cxn>
                <a:cxn ang="0">
                  <a:pos x="r" y="vc"/>
                </a:cxn>
                <a:cxn ang="cd4">
                  <a:pos x="hc" y="b"/>
                </a:cxn>
                <a:cxn ang="cd2">
                  <a:pos x="l" y="vc"/>
                </a:cxn>
                <a:cxn ang="f556">
                  <a:pos x="f677" y="f678"/>
                </a:cxn>
                <a:cxn ang="f556">
                  <a:pos x="f679" y="f678"/>
                </a:cxn>
                <a:cxn ang="f556">
                  <a:pos x="f680" y="f681"/>
                </a:cxn>
                <a:cxn ang="f556">
                  <a:pos x="f682" y="f683"/>
                </a:cxn>
                <a:cxn ang="f556">
                  <a:pos x="f684" y="f685"/>
                </a:cxn>
                <a:cxn ang="f556">
                  <a:pos x="f686" y="f687"/>
                </a:cxn>
                <a:cxn ang="f556">
                  <a:pos x="f688" y="f689"/>
                </a:cxn>
                <a:cxn ang="f556">
                  <a:pos x="f690" y="f691"/>
                </a:cxn>
                <a:cxn ang="f556">
                  <a:pos x="f692" y="f693"/>
                </a:cxn>
                <a:cxn ang="f556">
                  <a:pos x="f694" y="f695"/>
                </a:cxn>
                <a:cxn ang="f556">
                  <a:pos x="f696" y="f697"/>
                </a:cxn>
                <a:cxn ang="f556">
                  <a:pos x="f698" y="f699"/>
                </a:cxn>
                <a:cxn ang="f556">
                  <a:pos x="f700" y="f701"/>
                </a:cxn>
                <a:cxn ang="f556">
                  <a:pos x="f702" y="f703"/>
                </a:cxn>
                <a:cxn ang="f556">
                  <a:pos x="f704" y="f705"/>
                </a:cxn>
                <a:cxn ang="f556">
                  <a:pos x="f706" y="f707"/>
                </a:cxn>
                <a:cxn ang="f556">
                  <a:pos x="f708" y="f709"/>
                </a:cxn>
                <a:cxn ang="f556">
                  <a:pos x="f710" y="f711"/>
                </a:cxn>
                <a:cxn ang="f556">
                  <a:pos x="f712" y="f713"/>
                </a:cxn>
                <a:cxn ang="f556">
                  <a:pos x="f714" y="f715"/>
                </a:cxn>
                <a:cxn ang="f556">
                  <a:pos x="f716" y="f717"/>
                </a:cxn>
                <a:cxn ang="f556">
                  <a:pos x="f718" y="f719"/>
                </a:cxn>
                <a:cxn ang="f556">
                  <a:pos x="f720" y="f721"/>
                </a:cxn>
                <a:cxn ang="f556">
                  <a:pos x="f722" y="f723"/>
                </a:cxn>
                <a:cxn ang="f556">
                  <a:pos x="f724" y="f725"/>
                </a:cxn>
                <a:cxn ang="f556">
                  <a:pos x="f726" y="f727"/>
                </a:cxn>
                <a:cxn ang="f556">
                  <a:pos x="f728" y="f729"/>
                </a:cxn>
                <a:cxn ang="f556">
                  <a:pos x="f730" y="f731"/>
                </a:cxn>
                <a:cxn ang="f556">
                  <a:pos x="f732" y="f733"/>
                </a:cxn>
                <a:cxn ang="f556">
                  <a:pos x="f734" y="f735"/>
                </a:cxn>
                <a:cxn ang="f556">
                  <a:pos x="f736" y="f737"/>
                </a:cxn>
                <a:cxn ang="f556">
                  <a:pos x="f738" y="f739"/>
                </a:cxn>
                <a:cxn ang="f556">
                  <a:pos x="f738" y="f740"/>
                </a:cxn>
                <a:cxn ang="f556">
                  <a:pos x="f741" y="f742"/>
                </a:cxn>
                <a:cxn ang="f556">
                  <a:pos x="f743" y="f744"/>
                </a:cxn>
                <a:cxn ang="f556">
                  <a:pos x="f745" y="f746"/>
                </a:cxn>
                <a:cxn ang="f556">
                  <a:pos x="f747" y="f748"/>
                </a:cxn>
                <a:cxn ang="f556">
                  <a:pos x="f749" y="f750"/>
                </a:cxn>
                <a:cxn ang="f556">
                  <a:pos x="f751" y="f752"/>
                </a:cxn>
                <a:cxn ang="f556">
                  <a:pos x="f753" y="f754"/>
                </a:cxn>
                <a:cxn ang="f556">
                  <a:pos x="f755" y="f756"/>
                </a:cxn>
                <a:cxn ang="f556">
                  <a:pos x="f757" y="f758"/>
                </a:cxn>
                <a:cxn ang="f556">
                  <a:pos x="f759" y="f760"/>
                </a:cxn>
                <a:cxn ang="f556">
                  <a:pos x="f761" y="f762"/>
                </a:cxn>
                <a:cxn ang="f556">
                  <a:pos x="f763" y="f764"/>
                </a:cxn>
                <a:cxn ang="f556">
                  <a:pos x="f765" y="f766"/>
                </a:cxn>
                <a:cxn ang="f556">
                  <a:pos x="f767" y="f768"/>
                </a:cxn>
                <a:cxn ang="f556">
                  <a:pos x="f769" y="f770"/>
                </a:cxn>
                <a:cxn ang="f556">
                  <a:pos x="f771" y="f772"/>
                </a:cxn>
                <a:cxn ang="f556">
                  <a:pos x="f773" y="f774"/>
                </a:cxn>
                <a:cxn ang="f556">
                  <a:pos x="f775" y="f776"/>
                </a:cxn>
                <a:cxn ang="f556">
                  <a:pos x="f777" y="f778"/>
                </a:cxn>
                <a:cxn ang="f556">
                  <a:pos x="f779" y="f780"/>
                </a:cxn>
                <a:cxn ang="f556">
                  <a:pos x="f781" y="f782"/>
                </a:cxn>
                <a:cxn ang="f556">
                  <a:pos x="f783" y="f784"/>
                </a:cxn>
                <a:cxn ang="f556">
                  <a:pos x="f785" y="f786"/>
                </a:cxn>
                <a:cxn ang="f556">
                  <a:pos x="f787" y="f788"/>
                </a:cxn>
                <a:cxn ang="f556">
                  <a:pos x="f789" y="f790"/>
                </a:cxn>
                <a:cxn ang="f556">
                  <a:pos x="f791" y="f792"/>
                </a:cxn>
              </a:cxnLst>
              <a:rect l="f673" t="f676" r="f674" b="f675"/>
              <a:pathLst>
                <a:path w="5324985" h="3251912">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4"/>
                    <a:pt x="f126" y="f127"/>
                    <a:pt x="f128" y="f129"/>
                  </a:cubicBezTo>
                  <a:lnTo>
                    <a:pt x="f130" y="f131"/>
                  </a:lnTo>
                  <a:lnTo>
                    <a:pt x="f132" y="f133"/>
                  </a:ln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lnTo>
                    <a:pt x="f6" y="f170"/>
                  </a:lnTo>
                  <a:lnTo>
                    <a:pt x="f6" y="f171"/>
                  </a:lnTo>
                  <a:lnTo>
                    <a:pt x="f172" y="f173"/>
                  </a:lnTo>
                  <a:cubicBezTo>
                    <a:pt x="f174" y="f175"/>
                    <a:pt x="f176" y="f177"/>
                    <a:pt x="f178" y="f179"/>
                  </a:cubicBezTo>
                  <a:cubicBezTo>
                    <a:pt x="f180" y="f181"/>
                    <a:pt x="f182" y="f183"/>
                    <a:pt x="f184" y="f185"/>
                  </a:cubicBezTo>
                  <a:cubicBezTo>
                    <a:pt x="f186" y="f187"/>
                    <a:pt x="f188" y="f189"/>
                    <a:pt x="f190" y="f191"/>
                  </a:cubicBezTo>
                  <a:cubicBezTo>
                    <a:pt x="f192" y="f193"/>
                    <a:pt x="f194" y="f195"/>
                    <a:pt x="f196" y="f197"/>
                  </a:cubicBezTo>
                  <a:cubicBezTo>
                    <a:pt x="f198" y="f199"/>
                    <a:pt x="f200" y="f201"/>
                    <a:pt x="f202" y="f203"/>
                  </a:cubicBezTo>
                  <a:lnTo>
                    <a:pt x="f204" y="f205"/>
                  </a:lnTo>
                  <a:lnTo>
                    <a:pt x="f206" y="f207"/>
                  </a:lnTo>
                  <a:cubicBezTo>
                    <a:pt x="f126" y="f208"/>
                    <a:pt x="f209" y="f210"/>
                    <a:pt x="f211" y="f212"/>
                  </a:cubicBezTo>
                  <a:cubicBezTo>
                    <a:pt x="f213" y="f214"/>
                    <a:pt x="f215" y="f216"/>
                    <a:pt x="f217" y="f218"/>
                  </a:cubicBezTo>
                  <a:cubicBezTo>
                    <a:pt x="f219" y="f220"/>
                    <a:pt x="f221" y="f222"/>
                    <a:pt x="f223" y="f224"/>
                  </a:cubicBezTo>
                  <a:cubicBezTo>
                    <a:pt x="f225" y="f226"/>
                    <a:pt x="f227" y="f228"/>
                    <a:pt x="f229" y="f230"/>
                  </a:cubicBezTo>
                  <a:cubicBezTo>
                    <a:pt x="f231" y="f232"/>
                    <a:pt x="f233" y="f234"/>
                    <a:pt x="f235" y="f236"/>
                  </a:cubicBezTo>
                  <a:cubicBezTo>
                    <a:pt x="f237" y="f238"/>
                    <a:pt x="f239" y="f240"/>
                    <a:pt x="f241" y="f242"/>
                  </a:cubicBezTo>
                  <a:cubicBezTo>
                    <a:pt x="f243" y="f244"/>
                    <a:pt x="f245" y="f246"/>
                    <a:pt x="f247" y="f248"/>
                  </a:cubicBezTo>
                  <a:cubicBezTo>
                    <a:pt x="f249" y="f250"/>
                    <a:pt x="f251" y="f252"/>
                    <a:pt x="f253" y="f254"/>
                  </a:cubicBezTo>
                  <a:cubicBezTo>
                    <a:pt x="f255" y="f256"/>
                    <a:pt x="f257" y="f258"/>
                    <a:pt x="f259" y="f260"/>
                  </a:cubicBezTo>
                  <a:cubicBezTo>
                    <a:pt x="f261" y="f262"/>
                    <a:pt x="f263" y="f264"/>
                    <a:pt x="f265" y="f266"/>
                  </a:cubicBezTo>
                  <a:cubicBezTo>
                    <a:pt x="f267" y="f268"/>
                    <a:pt x="f269" y="f270"/>
                    <a:pt x="f271" y="f272"/>
                  </a:cubicBezTo>
                  <a:cubicBezTo>
                    <a:pt x="f273" y="f274"/>
                    <a:pt x="f275" y="f276"/>
                    <a:pt x="f277" y="f278"/>
                  </a:cubicBezTo>
                  <a:lnTo>
                    <a:pt x="f279" y="f280"/>
                  </a:lnTo>
                  <a:cubicBezTo>
                    <a:pt x="f281" y="f282"/>
                    <a:pt x="f283" y="f284"/>
                    <a:pt x="f285" y="f286"/>
                  </a:cubicBezTo>
                  <a:cubicBezTo>
                    <a:pt x="f287" y="f288"/>
                    <a:pt x="f289" y="f290"/>
                    <a:pt x="f291" y="f292"/>
                  </a:cubicBezTo>
                  <a:cubicBezTo>
                    <a:pt x="f293" y="f294"/>
                    <a:pt x="f295" y="f296"/>
                    <a:pt x="f297" y="f298"/>
                  </a:cubicBezTo>
                  <a:cubicBezTo>
                    <a:pt x="f299" y="f300"/>
                    <a:pt x="f301" y="f302"/>
                    <a:pt x="f303" y="f304"/>
                  </a:cubicBezTo>
                  <a:cubicBezTo>
                    <a:pt x="f305" y="f306"/>
                    <a:pt x="f307" y="f308"/>
                    <a:pt x="f309" y="f310"/>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2" name="Freeform: Shape 19">
              <a:extLst>
                <a:ext uri="{FF2B5EF4-FFF2-40B4-BE49-F238E27FC236}">
                  <a16:creationId xmlns:a16="http://schemas.microsoft.com/office/drawing/2014/main" id="{26C093AD-3272-E425-F793-9100FC311992}"/>
                </a:ext>
              </a:extLst>
            </p:cNvPr>
            <p:cNvSpPr/>
            <p:nvPr/>
          </p:nvSpPr>
          <p:spPr>
            <a:xfrm rot="5399996" flipH="1">
              <a:off x="8450267" y="1039988"/>
              <a:ext cx="4781717" cy="2701741"/>
            </a:xfrm>
            <a:custGeom>
              <a:avLst/>
              <a:gdLst>
                <a:gd name="f0" fmla="val 10800000"/>
                <a:gd name="f1" fmla="val 5400000"/>
                <a:gd name="f2" fmla="val 180"/>
                <a:gd name="f3" fmla="val w"/>
                <a:gd name="f4" fmla="val h"/>
                <a:gd name="f5" fmla="val 0"/>
                <a:gd name="f6" fmla="val 5275533"/>
                <a:gd name="f7" fmla="val 2980757"/>
                <a:gd name="f8" fmla="val 201166"/>
                <a:gd name="f9" fmla="val 206734"/>
                <a:gd name="f10" fmla="val 89286"/>
                <a:gd name="f11" fmla="val 212220"/>
                <a:gd name="f12" fmla="val 135755"/>
                <a:gd name="f13" fmla="val 220465"/>
                <a:gd name="f14" fmla="val 181731"/>
                <a:gd name="f15" fmla="val 232051"/>
                <a:gd name="f16" fmla="val 226897"/>
                <a:gd name="f17" fmla="val 254855"/>
                <a:gd name="f18" fmla="val 317344"/>
                <a:gd name="f19" fmla="val 290287"/>
                <a:gd name="f20" fmla="val 403854"/>
                <a:gd name="f21" fmla="val 332707"/>
                <a:gd name="f22" fmla="val 487120"/>
                <a:gd name="f23" fmla="val 354163"/>
                <a:gd name="f24" fmla="val 528696"/>
                <a:gd name="f25" fmla="val 377948"/>
                <a:gd name="f26" fmla="val 569461"/>
                <a:gd name="f27" fmla="val 402959"/>
                <a:gd name="f28" fmla="val 609647"/>
                <a:gd name="f29" fmla="val 428337"/>
                <a:gd name="f30" fmla="val 649717"/>
                <a:gd name="f31" fmla="val 455433"/>
                <a:gd name="f32" fmla="val 689209"/>
                <a:gd name="f33" fmla="val 483631"/>
                <a:gd name="f34" fmla="val 728236"/>
                <a:gd name="f35" fmla="val 540764"/>
                <a:gd name="f36" fmla="val 806061"/>
                <a:gd name="f37" fmla="val 604271"/>
                <a:gd name="f38" fmla="val 881569"/>
                <a:gd name="f39" fmla="val 669986"/>
                <a:gd name="f40" fmla="val 957424"/>
                <a:gd name="f41" fmla="val 735701"/>
                <a:gd name="f42" fmla="val 1033395"/>
                <a:gd name="f43" fmla="val 804359"/>
                <a:gd name="f44" fmla="val 1109366"/>
                <a:gd name="f45" fmla="val 871667"/>
                <a:gd name="f46" fmla="val 1188348"/>
                <a:gd name="f47" fmla="val 905383"/>
                <a:gd name="f48" fmla="val 1227723"/>
                <a:gd name="f49" fmla="val 938731"/>
                <a:gd name="f50" fmla="val 1268025"/>
                <a:gd name="f51" fmla="val 971956"/>
                <a:gd name="f52" fmla="val 1308905"/>
                <a:gd name="f53" fmla="val 1020139"/>
                <a:gd name="f54" fmla="val 1368084"/>
                <a:gd name="f55" fmla="val 1035954"/>
                <a:gd name="f56" fmla="val 1386962"/>
                <a:gd name="f57" fmla="val 1051035"/>
                <a:gd name="f58" fmla="val 1406302"/>
                <a:gd name="f59" fmla="val 1067340"/>
                <a:gd name="f60" fmla="val 1424715"/>
                <a:gd name="f61" fmla="val 1194602"/>
                <a:gd name="f62" fmla="val 1574573"/>
                <a:gd name="f63" fmla="val 1332652"/>
                <a:gd name="f64" fmla="val 1712503"/>
                <a:gd name="f65" fmla="val 1472909"/>
                <a:gd name="f66" fmla="val 1843252"/>
                <a:gd name="f67" fmla="val 1543406"/>
                <a:gd name="f68" fmla="val 1908337"/>
                <a:gd name="f69" fmla="val 1615128"/>
                <a:gd name="f70" fmla="val 1971221"/>
                <a:gd name="f71" fmla="val 1688567"/>
                <a:gd name="f72" fmla="val 2031559"/>
                <a:gd name="f73" fmla="val 1762006"/>
                <a:gd name="f74" fmla="val 2091895"/>
                <a:gd name="f75" fmla="val 1836793"/>
                <a:gd name="f76" fmla="val 2150263"/>
                <a:gd name="f77" fmla="val 1914401"/>
                <a:gd name="f78" fmla="val 2205156"/>
                <a:gd name="f79" fmla="val 2069003"/>
                <a:gd name="f80" fmla="val 2315176"/>
                <a:gd name="f81" fmla="val 2235742"/>
                <a:gd name="f82" fmla="val 2413498"/>
                <a:gd name="f83" fmla="val 2418909"/>
                <a:gd name="f84" fmla="val 2479741"/>
                <a:gd name="f85" fmla="val 2510249"/>
                <a:gd name="f86" fmla="val 2512863"/>
                <a:gd name="f87" fmla="val 2604898"/>
                <a:gd name="f88" fmla="val 2538225"/>
                <a:gd name="f89" fmla="val 2701141"/>
                <a:gd name="f90" fmla="val 2557333"/>
                <a:gd name="f91" fmla="val 2725293"/>
                <a:gd name="f92" fmla="val 2561850"/>
                <a:gd name="f93" fmla="val 2749201"/>
                <a:gd name="f94" fmla="val 2567062"/>
                <a:gd name="f95" fmla="val 2773475"/>
                <a:gd name="f96" fmla="val 2570999"/>
                <a:gd name="f97" fmla="val 2846424"/>
                <a:gd name="f98" fmla="val 2582465"/>
                <a:gd name="f99" fmla="val 2895343"/>
                <a:gd name="f100" fmla="val 2588602"/>
                <a:gd name="f101" fmla="val 2944261"/>
                <a:gd name="f102" fmla="val 2595088"/>
                <a:gd name="f103" fmla="val 2993669"/>
                <a:gd name="f104" fmla="val 2598909"/>
                <a:gd name="f105" fmla="val 3018313"/>
                <a:gd name="f106" fmla="val 2601110"/>
                <a:gd name="f107" fmla="val 3042956"/>
                <a:gd name="f108" fmla="val 2603195"/>
                <a:gd name="f109" fmla="val 3067721"/>
                <a:gd name="f110" fmla="val 2604237"/>
                <a:gd name="f111" fmla="val 3092487"/>
                <a:gd name="f112" fmla="val 2605394"/>
                <a:gd name="f113" fmla="val 3117130"/>
                <a:gd name="f114" fmla="val 2607247"/>
                <a:gd name="f115" fmla="val 3142019"/>
                <a:gd name="f116" fmla="val 2607943"/>
                <a:gd name="f117" fmla="val 3216561"/>
                <a:gd name="f118" fmla="val 2609564"/>
                <a:gd name="f119" fmla="val 3241326"/>
                <a:gd name="f120" fmla="val 2610142"/>
                <a:gd name="f121" fmla="val 3266337"/>
                <a:gd name="f122" fmla="val 2609333"/>
                <a:gd name="f123" fmla="val 3291225"/>
                <a:gd name="f124" fmla="val 2609217"/>
                <a:gd name="f125" fmla="val 3328619"/>
                <a:gd name="f126" fmla="val 2608869"/>
                <a:gd name="f127" fmla="val 3340757"/>
                <a:gd name="f128" fmla="val 2608522"/>
                <a:gd name="f129" fmla="val 3352649"/>
                <a:gd name="f130" fmla="val 2607827"/>
                <a:gd name="f131" fmla="val 3364665"/>
                <a:gd name="f132" fmla="val 2607363"/>
                <a:gd name="f133" fmla="val 3376679"/>
                <a:gd name="f134" fmla="val 2606784"/>
                <a:gd name="f135" fmla="val 3388695"/>
                <a:gd name="f136" fmla="val 2606438"/>
                <a:gd name="f137" fmla="val 3400587"/>
                <a:gd name="f138" fmla="val 2605627"/>
                <a:gd name="f139" fmla="val 3436387"/>
                <a:gd name="f140" fmla="val 2602847"/>
                <a:gd name="f141" fmla="val 3484079"/>
                <a:gd name="f142" fmla="val 2599257"/>
                <a:gd name="f143" fmla="val 3531404"/>
                <a:gd name="f144" fmla="val 2593235"/>
                <a:gd name="f145" fmla="val 3578361"/>
                <a:gd name="f146" fmla="val 2586286"/>
                <a:gd name="f147" fmla="val 3766310"/>
                <a:gd name="f148" fmla="val 2556871"/>
                <a:gd name="f149" fmla="val 3947025"/>
                <a:gd name="f150" fmla="val 2499314"/>
                <a:gd name="f151" fmla="val 4119159"/>
                <a:gd name="f152" fmla="val 2418594"/>
                <a:gd name="f153" fmla="val 4291907"/>
                <a:gd name="f154" fmla="val 2338801"/>
                <a:gd name="f155" fmla="val 4456317"/>
                <a:gd name="f156" fmla="val 2236657"/>
                <a:gd name="f157" fmla="val 4618765"/>
                <a:gd name="f158" fmla="val 2124668"/>
                <a:gd name="f159" fmla="val 4659346"/>
                <a:gd name="f160" fmla="val 2096759"/>
                <a:gd name="f161" fmla="val 4699682"/>
                <a:gd name="f162" fmla="val 2067575"/>
                <a:gd name="f163" fmla="val 4739895"/>
                <a:gd name="f164" fmla="val 2038275"/>
                <a:gd name="f165" fmla="val 4780355"/>
                <a:gd name="f166" fmla="val 2008976"/>
                <a:gd name="f167" fmla="val 4820691"/>
                <a:gd name="f168" fmla="val 1979212"/>
                <a:gd name="f169" fmla="val 4861027"/>
                <a:gd name="f170" fmla="val 1948986"/>
                <a:gd name="f171" fmla="val 5106354"/>
                <a:gd name="f172" fmla="val 1763690"/>
                <a:gd name="f173" fmla="val 1641017"/>
                <a:gd name="f174" fmla="val 2257481"/>
                <a:gd name="f175" fmla="val 5168881"/>
                <a:gd name="f176" fmla="val 2332084"/>
                <a:gd name="f177" fmla="val 5125235"/>
                <a:gd name="f178" fmla="val 2362079"/>
                <a:gd name="f179" fmla="val 5081099"/>
                <a:gd name="f180" fmla="val 2391958"/>
                <a:gd name="f181" fmla="val 5036225"/>
                <a:gd name="f182" fmla="val 2421489"/>
                <a:gd name="f183" fmla="val 4991231"/>
                <a:gd name="f184" fmla="val 2450790"/>
                <a:gd name="f185" fmla="val 4945867"/>
                <a:gd name="f186" fmla="val 2479857"/>
                <a:gd name="f187" fmla="val 4899401"/>
                <a:gd name="f188" fmla="val 2508347"/>
                <a:gd name="f189" fmla="val 4806959"/>
                <a:gd name="f190" fmla="val 2565440"/>
                <a:gd name="f191" fmla="val 4711574"/>
                <a:gd name="f192" fmla="val 2620798"/>
                <a:gd name="f193" fmla="val 4612145"/>
                <a:gd name="f194" fmla="val 2671407"/>
                <a:gd name="f195" fmla="val 4512836"/>
                <a:gd name="f196" fmla="val 2722247"/>
                <a:gd name="f197" fmla="val 4410095"/>
                <a:gd name="f198" fmla="val 2769496"/>
                <a:gd name="f199" fmla="val 4303187"/>
                <a:gd name="f200" fmla="val 2810030"/>
                <a:gd name="f201" fmla="val 4090349"/>
                <a:gd name="f202" fmla="val 2892256"/>
                <a:gd name="f203" fmla="val 3861694"/>
                <a:gd name="f204" fmla="val 2947728"/>
                <a:gd name="f205" fmla="val 3630835"/>
                <a:gd name="f206" fmla="val 2969500"/>
                <a:gd name="f207" fmla="val 3573089"/>
                <a:gd name="f208" fmla="val 2974712"/>
                <a:gd name="f209" fmla="val 3515343"/>
                <a:gd name="f210" fmla="val 2978649"/>
                <a:gd name="f211" fmla="val 3457719"/>
                <a:gd name="f212" fmla="val 2979808"/>
                <a:gd name="f213" fmla="val 3414441"/>
                <a:gd name="f214" fmla="val 2980733"/>
                <a:gd name="f215" fmla="val 3400097"/>
                <a:gd name="f216" fmla="val 2980850"/>
                <a:gd name="f217" fmla="val 3385630"/>
                <a:gd name="f218" fmla="val 2980502"/>
                <a:gd name="f219" fmla="val 3371285"/>
                <a:gd name="f220" fmla="val 3328252"/>
                <a:gd name="f221" fmla="val 2980039"/>
                <a:gd name="f222" fmla="val 3286445"/>
                <a:gd name="f223" fmla="val 2978534"/>
                <a:gd name="f224" fmla="val 3175121"/>
                <a:gd name="f225" fmla="val 2975174"/>
                <a:gd name="f226" fmla="val 3063553"/>
                <a:gd name="f227" fmla="val 2966837"/>
                <a:gd name="f228" fmla="val 2952475"/>
                <a:gd name="f229" fmla="val 2953402"/>
                <a:gd name="f230" fmla="val 2841275"/>
                <a:gd name="f231" fmla="val 2940664"/>
                <a:gd name="f232" fmla="val 2730319"/>
                <a:gd name="f233" fmla="val 2922365"/>
                <a:gd name="f234" fmla="val 2620591"/>
                <a:gd name="f235" fmla="val 2898046"/>
                <a:gd name="f236" fmla="val 2510984"/>
                <a:gd name="f237" fmla="val 2873494"/>
                <a:gd name="f238" fmla="val 2402235"/>
                <a:gd name="f239" fmla="val 2844426"/>
                <a:gd name="f240" fmla="val 2294591"/>
                <a:gd name="f241" fmla="val 2811305"/>
                <a:gd name="f242" fmla="val 2079669"/>
                <a:gd name="f243" fmla="val 2744483"/>
                <a:gd name="f244" fmla="val 1867198"/>
                <a:gd name="f245" fmla="val 2661331"/>
                <a:gd name="f246" fmla="val 1670544"/>
                <a:gd name="f247" fmla="val 2550501"/>
                <a:gd name="f248" fmla="val 1473767"/>
                <a:gd name="f249" fmla="val 2439903"/>
                <a:gd name="f250" fmla="val 1298079"/>
                <a:gd name="f251" fmla="val 2299657"/>
                <a:gd name="f252" fmla="val 1144703"/>
                <a:gd name="f253" fmla="val 2144472"/>
                <a:gd name="f254" fmla="val 1067586"/>
                <a:gd name="f255" fmla="val 2066996"/>
                <a:gd name="f256" fmla="val 997458"/>
                <a:gd name="f257" fmla="val 1984539"/>
                <a:gd name="f258" fmla="val 931497"/>
                <a:gd name="f259" fmla="val 1900114"/>
                <a:gd name="f260" fmla="val 865906"/>
                <a:gd name="f261" fmla="val 1815342"/>
                <a:gd name="f262" fmla="val 803500"/>
                <a:gd name="f263" fmla="val 1729295"/>
                <a:gd name="f264" fmla="val 745265"/>
                <a:gd name="f265" fmla="val 1641395"/>
                <a:gd name="f266" fmla="val 730307"/>
                <a:gd name="f267" fmla="val 1619623"/>
                <a:gd name="f268" fmla="val 716207"/>
                <a:gd name="f269" fmla="val 1597503"/>
                <a:gd name="f270" fmla="val 701741"/>
                <a:gd name="f271" fmla="val 1575500"/>
                <a:gd name="f272" fmla="val 660178"/>
                <a:gd name="f273" fmla="val 1511573"/>
                <a:gd name="f274" fmla="val 633574"/>
                <a:gd name="f275" fmla="val 1470229"/>
                <a:gd name="f276" fmla="val 605989"/>
                <a:gd name="f277" fmla="val 1429232"/>
                <a:gd name="f278" fmla="val 578158"/>
                <a:gd name="f279" fmla="val 1387656"/>
                <a:gd name="f280" fmla="val 408230"/>
                <a:gd name="f281" fmla="val 1134497"/>
                <a:gd name="f282" fmla="val 351220"/>
                <a:gd name="f283" fmla="val 1048219"/>
                <a:gd name="f284" fmla="val 294945"/>
                <a:gd name="f285" fmla="val 959392"/>
                <a:gd name="f286" fmla="val 242349"/>
                <a:gd name="f287" fmla="val 866860"/>
                <a:gd name="f288" fmla="val 216112"/>
                <a:gd name="f289" fmla="val 820536"/>
                <a:gd name="f290" fmla="val 190734"/>
                <a:gd name="f291" fmla="val 773402"/>
                <a:gd name="f292" fmla="val 167562"/>
                <a:gd name="f293" fmla="val 724994"/>
                <a:gd name="f294" fmla="val 144513"/>
                <a:gd name="f295" fmla="val 676469"/>
                <a:gd name="f296" fmla="val 123057"/>
                <a:gd name="f297" fmla="val 627019"/>
                <a:gd name="f298" fmla="val 104054"/>
                <a:gd name="f299" fmla="val 576525"/>
                <a:gd name="f300" fmla="val 85418"/>
                <a:gd name="f301" fmla="val 525917"/>
                <a:gd name="f302" fmla="val 68867"/>
                <a:gd name="f303" fmla="val 474613"/>
                <a:gd name="f304" fmla="val 55381"/>
                <a:gd name="f305" fmla="val 422499"/>
                <a:gd name="f306" fmla="val 49006"/>
                <a:gd name="f307" fmla="val 396442"/>
                <a:gd name="f308" fmla="val 42508"/>
                <a:gd name="f309" fmla="val 370269"/>
                <a:gd name="f310" fmla="val 37236"/>
                <a:gd name="f311" fmla="val 343980"/>
                <a:gd name="f312" fmla="val 29267"/>
                <a:gd name="f313" fmla="val 304604"/>
                <a:gd name="f314" fmla="val 22646"/>
                <a:gd name="f315" fmla="val 265113"/>
                <a:gd name="f316" fmla="val 14003"/>
                <a:gd name="f317" fmla="val 212420"/>
                <a:gd name="f318" fmla="val 7872"/>
                <a:gd name="f319" fmla="val 159582"/>
                <a:gd name="f320" fmla="val 3903"/>
                <a:gd name="f321" fmla="val 106787"/>
                <a:gd name="f322" fmla="+- 0 0 -90"/>
                <a:gd name="f323" fmla="*/ f3 1 5275533"/>
                <a:gd name="f324" fmla="*/ f4 1 2980757"/>
                <a:gd name="f325" fmla="+- f7 0 f5"/>
                <a:gd name="f326" fmla="+- f6 0 f5"/>
                <a:gd name="f327" fmla="*/ f322 f0 1"/>
                <a:gd name="f328" fmla="*/ f326 1 5275533"/>
                <a:gd name="f329" fmla="*/ f325 1 2980757"/>
                <a:gd name="f330" fmla="*/ 0 f326 1"/>
                <a:gd name="f331" fmla="*/ 0 f325 1"/>
                <a:gd name="f332" fmla="*/ 201166 f326 1"/>
                <a:gd name="f333" fmla="*/ 206734 f326 1"/>
                <a:gd name="f334" fmla="*/ 89286 f325 1"/>
                <a:gd name="f335" fmla="*/ 232051 f326 1"/>
                <a:gd name="f336" fmla="*/ 226897 f325 1"/>
                <a:gd name="f337" fmla="*/ 332707 f326 1"/>
                <a:gd name="f338" fmla="*/ 487120 f325 1"/>
                <a:gd name="f339" fmla="*/ 402959 f326 1"/>
                <a:gd name="f340" fmla="*/ 609647 f325 1"/>
                <a:gd name="f341" fmla="*/ 483631 f326 1"/>
                <a:gd name="f342" fmla="*/ 728236 f325 1"/>
                <a:gd name="f343" fmla="*/ 669986 f326 1"/>
                <a:gd name="f344" fmla="*/ 957424 f325 1"/>
                <a:gd name="f345" fmla="*/ 871667 f326 1"/>
                <a:gd name="f346" fmla="*/ 1188348 f325 1"/>
                <a:gd name="f347" fmla="*/ 971956 f326 1"/>
                <a:gd name="f348" fmla="*/ 1308905 f325 1"/>
                <a:gd name="f349" fmla="*/ 1020139 f326 1"/>
                <a:gd name="f350" fmla="*/ 1368084 f325 1"/>
                <a:gd name="f351" fmla="*/ 1067340 f326 1"/>
                <a:gd name="f352" fmla="*/ 1424715 f325 1"/>
                <a:gd name="f353" fmla="*/ 1472909 f326 1"/>
                <a:gd name="f354" fmla="*/ 1843252 f325 1"/>
                <a:gd name="f355" fmla="*/ 1688567 f326 1"/>
                <a:gd name="f356" fmla="*/ 2031559 f325 1"/>
                <a:gd name="f357" fmla="*/ 1914401 f326 1"/>
                <a:gd name="f358" fmla="*/ 2205156 f325 1"/>
                <a:gd name="f359" fmla="*/ 2418909 f326 1"/>
                <a:gd name="f360" fmla="*/ 2479741 f325 1"/>
                <a:gd name="f361" fmla="*/ 2701141 f326 1"/>
                <a:gd name="f362" fmla="*/ 2557333 f325 1"/>
                <a:gd name="f363" fmla="*/ 2773475 f326 1"/>
                <a:gd name="f364" fmla="*/ 2570999 f325 1"/>
                <a:gd name="f365" fmla="*/ 2846424 f326 1"/>
                <a:gd name="f366" fmla="*/ 2582465 f325 1"/>
                <a:gd name="f367" fmla="*/ 2993669 f326 1"/>
                <a:gd name="f368" fmla="*/ 2598909 f325 1"/>
                <a:gd name="f369" fmla="*/ 3067721 f326 1"/>
                <a:gd name="f370" fmla="*/ 2604237 f325 1"/>
                <a:gd name="f371" fmla="*/ 3142019 f326 1"/>
                <a:gd name="f372" fmla="*/ 2607943 f325 1"/>
                <a:gd name="f373" fmla="*/ 3216561 f326 1"/>
                <a:gd name="f374" fmla="*/ 2609564 f325 1"/>
                <a:gd name="f375" fmla="*/ 3291225 f326 1"/>
                <a:gd name="f376" fmla="*/ 2609217 f325 1"/>
                <a:gd name="f377" fmla="*/ 3328619 f326 1"/>
                <a:gd name="f378" fmla="*/ 2608869 f325 1"/>
                <a:gd name="f379" fmla="*/ 3364665 f326 1"/>
                <a:gd name="f380" fmla="*/ 2607363 f325 1"/>
                <a:gd name="f381" fmla="*/ 3400587 f326 1"/>
                <a:gd name="f382" fmla="*/ 2605627 f325 1"/>
                <a:gd name="f383" fmla="*/ 3436387 f326 1"/>
                <a:gd name="f384" fmla="*/ 2602847 f325 1"/>
                <a:gd name="f385" fmla="*/ 3578361 f326 1"/>
                <a:gd name="f386" fmla="*/ 2586286 f325 1"/>
                <a:gd name="f387" fmla="*/ 4119159 f326 1"/>
                <a:gd name="f388" fmla="*/ 2418594 f325 1"/>
                <a:gd name="f389" fmla="*/ 4618765 f326 1"/>
                <a:gd name="f390" fmla="*/ 2124668 f325 1"/>
                <a:gd name="f391" fmla="*/ 4739895 f326 1"/>
                <a:gd name="f392" fmla="*/ 2038275 f325 1"/>
                <a:gd name="f393" fmla="*/ 4861027 f326 1"/>
                <a:gd name="f394" fmla="*/ 1948986 f325 1"/>
                <a:gd name="f395" fmla="*/ 5106354 f326 1"/>
                <a:gd name="f396" fmla="*/ 1763690 f325 1"/>
                <a:gd name="f397" fmla="*/ 5275533 f326 1"/>
                <a:gd name="f398" fmla="*/ 1641017 f325 1"/>
                <a:gd name="f399" fmla="*/ 2257481 f325 1"/>
                <a:gd name="f400" fmla="*/ 5168881 f326 1"/>
                <a:gd name="f401" fmla="*/ 2332084 f325 1"/>
                <a:gd name="f402" fmla="*/ 5036225 f326 1"/>
                <a:gd name="f403" fmla="*/ 2421489 f325 1"/>
                <a:gd name="f404" fmla="*/ 4899401 f326 1"/>
                <a:gd name="f405" fmla="*/ 2508347 f325 1"/>
                <a:gd name="f406" fmla="*/ 4612145 f326 1"/>
                <a:gd name="f407" fmla="*/ 2671407 f325 1"/>
                <a:gd name="f408" fmla="*/ 4303187 f326 1"/>
                <a:gd name="f409" fmla="*/ 2810030 f325 1"/>
                <a:gd name="f410" fmla="*/ 3630835 f326 1"/>
                <a:gd name="f411" fmla="*/ 2969500 f325 1"/>
                <a:gd name="f412" fmla="*/ 3457719 f326 1"/>
                <a:gd name="f413" fmla="*/ 2979808 f325 1"/>
                <a:gd name="f414" fmla="*/ 3414441 f326 1"/>
                <a:gd name="f415" fmla="*/ 2980733 f325 1"/>
                <a:gd name="f416" fmla="*/ 3371285 f326 1"/>
                <a:gd name="f417" fmla="*/ 2980502 f325 1"/>
                <a:gd name="f418" fmla="*/ 3328252 f326 1"/>
                <a:gd name="f419" fmla="*/ 2980039 f325 1"/>
                <a:gd name="f420" fmla="*/ 3286445 f326 1"/>
                <a:gd name="f421" fmla="*/ 2978534 f325 1"/>
                <a:gd name="f422" fmla="*/ 2952475 f326 1"/>
                <a:gd name="f423" fmla="*/ 2953402 f325 1"/>
                <a:gd name="f424" fmla="*/ 2620591 f326 1"/>
                <a:gd name="f425" fmla="*/ 2898046 f325 1"/>
                <a:gd name="f426" fmla="*/ 2294591 f326 1"/>
                <a:gd name="f427" fmla="*/ 2811305 f325 1"/>
                <a:gd name="f428" fmla="*/ 1670544 f326 1"/>
                <a:gd name="f429" fmla="*/ 2550501 f325 1"/>
                <a:gd name="f430" fmla="*/ 1144703 f326 1"/>
                <a:gd name="f431" fmla="*/ 2144472 f325 1"/>
                <a:gd name="f432" fmla="*/ 931497 f326 1"/>
                <a:gd name="f433" fmla="*/ 1900114 f325 1"/>
                <a:gd name="f434" fmla="*/ 745265 f326 1"/>
                <a:gd name="f435" fmla="*/ 1641395 f325 1"/>
                <a:gd name="f436" fmla="*/ 701741 f326 1"/>
                <a:gd name="f437" fmla="*/ 1575500 f325 1"/>
                <a:gd name="f438" fmla="*/ 660178 f326 1"/>
                <a:gd name="f439" fmla="*/ 1511573 f325 1"/>
                <a:gd name="f440" fmla="*/ 578158 f326 1"/>
                <a:gd name="f441" fmla="*/ 1387656 f325 1"/>
                <a:gd name="f442" fmla="*/ 408230 f326 1"/>
                <a:gd name="f443" fmla="*/ 1134497 f325 1"/>
                <a:gd name="f444" fmla="*/ 242349 f326 1"/>
                <a:gd name="f445" fmla="*/ 866860 f325 1"/>
                <a:gd name="f446" fmla="*/ 167562 f326 1"/>
                <a:gd name="f447" fmla="*/ 724994 f325 1"/>
                <a:gd name="f448" fmla="*/ 104054 f326 1"/>
                <a:gd name="f449" fmla="*/ 576525 f325 1"/>
                <a:gd name="f450" fmla="*/ 55381 f326 1"/>
                <a:gd name="f451" fmla="*/ 422499 f325 1"/>
                <a:gd name="f452" fmla="*/ 37236 f326 1"/>
                <a:gd name="f453" fmla="*/ 343980 f325 1"/>
                <a:gd name="f454" fmla="*/ 29267 f326 1"/>
                <a:gd name="f455" fmla="*/ 304604 f325 1"/>
                <a:gd name="f456" fmla="*/ 22646 f326 1"/>
                <a:gd name="f457" fmla="*/ 265113 f325 1"/>
                <a:gd name="f458" fmla="*/ 3903 f326 1"/>
                <a:gd name="f459" fmla="*/ 106787 f325 1"/>
                <a:gd name="f460" fmla="*/ f327 1 f2"/>
                <a:gd name="f461" fmla="*/ f330 1 5275533"/>
                <a:gd name="f462" fmla="*/ f331 1 2980757"/>
                <a:gd name="f463" fmla="*/ f332 1 5275533"/>
                <a:gd name="f464" fmla="*/ f333 1 5275533"/>
                <a:gd name="f465" fmla="*/ f334 1 2980757"/>
                <a:gd name="f466" fmla="*/ f335 1 5275533"/>
                <a:gd name="f467" fmla="*/ f336 1 2980757"/>
                <a:gd name="f468" fmla="*/ f337 1 5275533"/>
                <a:gd name="f469" fmla="*/ f338 1 2980757"/>
                <a:gd name="f470" fmla="*/ f339 1 5275533"/>
                <a:gd name="f471" fmla="*/ f340 1 2980757"/>
                <a:gd name="f472" fmla="*/ f341 1 5275533"/>
                <a:gd name="f473" fmla="*/ f342 1 2980757"/>
                <a:gd name="f474" fmla="*/ f343 1 5275533"/>
                <a:gd name="f475" fmla="*/ f344 1 2980757"/>
                <a:gd name="f476" fmla="*/ f345 1 5275533"/>
                <a:gd name="f477" fmla="*/ f346 1 2980757"/>
                <a:gd name="f478" fmla="*/ f347 1 5275533"/>
                <a:gd name="f479" fmla="*/ f348 1 2980757"/>
                <a:gd name="f480" fmla="*/ f349 1 5275533"/>
                <a:gd name="f481" fmla="*/ f350 1 2980757"/>
                <a:gd name="f482" fmla="*/ f351 1 5275533"/>
                <a:gd name="f483" fmla="*/ f352 1 2980757"/>
                <a:gd name="f484" fmla="*/ f353 1 5275533"/>
                <a:gd name="f485" fmla="*/ f354 1 2980757"/>
                <a:gd name="f486" fmla="*/ f355 1 5275533"/>
                <a:gd name="f487" fmla="*/ f356 1 2980757"/>
                <a:gd name="f488" fmla="*/ f357 1 5275533"/>
                <a:gd name="f489" fmla="*/ f358 1 2980757"/>
                <a:gd name="f490" fmla="*/ f359 1 5275533"/>
                <a:gd name="f491" fmla="*/ f360 1 2980757"/>
                <a:gd name="f492" fmla="*/ f361 1 5275533"/>
                <a:gd name="f493" fmla="*/ f362 1 2980757"/>
                <a:gd name="f494" fmla="*/ f363 1 5275533"/>
                <a:gd name="f495" fmla="*/ f364 1 2980757"/>
                <a:gd name="f496" fmla="*/ f365 1 5275533"/>
                <a:gd name="f497" fmla="*/ f366 1 2980757"/>
                <a:gd name="f498" fmla="*/ f367 1 5275533"/>
                <a:gd name="f499" fmla="*/ f368 1 2980757"/>
                <a:gd name="f500" fmla="*/ f369 1 5275533"/>
                <a:gd name="f501" fmla="*/ f370 1 2980757"/>
                <a:gd name="f502" fmla="*/ f371 1 5275533"/>
                <a:gd name="f503" fmla="*/ f372 1 2980757"/>
                <a:gd name="f504" fmla="*/ f373 1 5275533"/>
                <a:gd name="f505" fmla="*/ f374 1 2980757"/>
                <a:gd name="f506" fmla="*/ f375 1 5275533"/>
                <a:gd name="f507" fmla="*/ f376 1 2980757"/>
                <a:gd name="f508" fmla="*/ f377 1 5275533"/>
                <a:gd name="f509" fmla="*/ f378 1 2980757"/>
                <a:gd name="f510" fmla="*/ f379 1 5275533"/>
                <a:gd name="f511" fmla="*/ f380 1 2980757"/>
                <a:gd name="f512" fmla="*/ f381 1 5275533"/>
                <a:gd name="f513" fmla="*/ f382 1 2980757"/>
                <a:gd name="f514" fmla="*/ f383 1 5275533"/>
                <a:gd name="f515" fmla="*/ f384 1 2980757"/>
                <a:gd name="f516" fmla="*/ f385 1 5275533"/>
                <a:gd name="f517" fmla="*/ f386 1 2980757"/>
                <a:gd name="f518" fmla="*/ f387 1 5275533"/>
                <a:gd name="f519" fmla="*/ f388 1 2980757"/>
                <a:gd name="f520" fmla="*/ f389 1 5275533"/>
                <a:gd name="f521" fmla="*/ f390 1 2980757"/>
                <a:gd name="f522" fmla="*/ f391 1 5275533"/>
                <a:gd name="f523" fmla="*/ f392 1 2980757"/>
                <a:gd name="f524" fmla="*/ f393 1 5275533"/>
                <a:gd name="f525" fmla="*/ f394 1 2980757"/>
                <a:gd name="f526" fmla="*/ f395 1 5275533"/>
                <a:gd name="f527" fmla="*/ f396 1 2980757"/>
                <a:gd name="f528" fmla="*/ f397 1 5275533"/>
                <a:gd name="f529" fmla="*/ f398 1 2980757"/>
                <a:gd name="f530" fmla="*/ f399 1 2980757"/>
                <a:gd name="f531" fmla="*/ f400 1 5275533"/>
                <a:gd name="f532" fmla="*/ f401 1 2980757"/>
                <a:gd name="f533" fmla="*/ f402 1 5275533"/>
                <a:gd name="f534" fmla="*/ f403 1 2980757"/>
                <a:gd name="f535" fmla="*/ f404 1 5275533"/>
                <a:gd name="f536" fmla="*/ f405 1 2980757"/>
                <a:gd name="f537" fmla="*/ f406 1 5275533"/>
                <a:gd name="f538" fmla="*/ f407 1 2980757"/>
                <a:gd name="f539" fmla="*/ f408 1 5275533"/>
                <a:gd name="f540" fmla="*/ f409 1 2980757"/>
                <a:gd name="f541" fmla="*/ f410 1 5275533"/>
                <a:gd name="f542" fmla="*/ f411 1 2980757"/>
                <a:gd name="f543" fmla="*/ f412 1 5275533"/>
                <a:gd name="f544" fmla="*/ f413 1 2980757"/>
                <a:gd name="f545" fmla="*/ f414 1 5275533"/>
                <a:gd name="f546" fmla="*/ f415 1 2980757"/>
                <a:gd name="f547" fmla="*/ f416 1 5275533"/>
                <a:gd name="f548" fmla="*/ f417 1 2980757"/>
                <a:gd name="f549" fmla="*/ f418 1 5275533"/>
                <a:gd name="f550" fmla="*/ f419 1 2980757"/>
                <a:gd name="f551" fmla="*/ f420 1 5275533"/>
                <a:gd name="f552" fmla="*/ f421 1 2980757"/>
                <a:gd name="f553" fmla="*/ f422 1 5275533"/>
                <a:gd name="f554" fmla="*/ f423 1 2980757"/>
                <a:gd name="f555" fmla="*/ f424 1 5275533"/>
                <a:gd name="f556" fmla="*/ f425 1 2980757"/>
                <a:gd name="f557" fmla="*/ f426 1 5275533"/>
                <a:gd name="f558" fmla="*/ f427 1 2980757"/>
                <a:gd name="f559" fmla="*/ f428 1 5275533"/>
                <a:gd name="f560" fmla="*/ f429 1 2980757"/>
                <a:gd name="f561" fmla="*/ f430 1 5275533"/>
                <a:gd name="f562" fmla="*/ f431 1 2980757"/>
                <a:gd name="f563" fmla="*/ f432 1 5275533"/>
                <a:gd name="f564" fmla="*/ f433 1 2980757"/>
                <a:gd name="f565" fmla="*/ f434 1 5275533"/>
                <a:gd name="f566" fmla="*/ f435 1 2980757"/>
                <a:gd name="f567" fmla="*/ f436 1 5275533"/>
                <a:gd name="f568" fmla="*/ f437 1 2980757"/>
                <a:gd name="f569" fmla="*/ f438 1 5275533"/>
                <a:gd name="f570" fmla="*/ f439 1 2980757"/>
                <a:gd name="f571" fmla="*/ f440 1 5275533"/>
                <a:gd name="f572" fmla="*/ f441 1 2980757"/>
                <a:gd name="f573" fmla="*/ f442 1 5275533"/>
                <a:gd name="f574" fmla="*/ f443 1 2980757"/>
                <a:gd name="f575" fmla="*/ f444 1 5275533"/>
                <a:gd name="f576" fmla="*/ f445 1 2980757"/>
                <a:gd name="f577" fmla="*/ f446 1 5275533"/>
                <a:gd name="f578" fmla="*/ f447 1 2980757"/>
                <a:gd name="f579" fmla="*/ f448 1 5275533"/>
                <a:gd name="f580" fmla="*/ f449 1 2980757"/>
                <a:gd name="f581" fmla="*/ f450 1 5275533"/>
                <a:gd name="f582" fmla="*/ f451 1 2980757"/>
                <a:gd name="f583" fmla="*/ f452 1 5275533"/>
                <a:gd name="f584" fmla="*/ f453 1 2980757"/>
                <a:gd name="f585" fmla="*/ f454 1 5275533"/>
                <a:gd name="f586" fmla="*/ f455 1 2980757"/>
                <a:gd name="f587" fmla="*/ f456 1 5275533"/>
                <a:gd name="f588" fmla="*/ f457 1 2980757"/>
                <a:gd name="f589" fmla="*/ f458 1 5275533"/>
                <a:gd name="f590" fmla="*/ f459 1 2980757"/>
                <a:gd name="f591" fmla="*/ f5 1 f328"/>
                <a:gd name="f592" fmla="*/ f6 1 f328"/>
                <a:gd name="f593" fmla="*/ f5 1 f329"/>
                <a:gd name="f594" fmla="*/ f7 1 f329"/>
                <a:gd name="f595" fmla="+- f460 0 f1"/>
                <a:gd name="f596" fmla="*/ f461 1 f328"/>
                <a:gd name="f597" fmla="*/ f462 1 f329"/>
                <a:gd name="f598" fmla="*/ f463 1 f328"/>
                <a:gd name="f599" fmla="*/ f464 1 f328"/>
                <a:gd name="f600" fmla="*/ f465 1 f329"/>
                <a:gd name="f601" fmla="*/ f466 1 f328"/>
                <a:gd name="f602" fmla="*/ f467 1 f329"/>
                <a:gd name="f603" fmla="*/ f468 1 f328"/>
                <a:gd name="f604" fmla="*/ f469 1 f329"/>
                <a:gd name="f605" fmla="*/ f470 1 f328"/>
                <a:gd name="f606" fmla="*/ f471 1 f329"/>
                <a:gd name="f607" fmla="*/ f472 1 f328"/>
                <a:gd name="f608" fmla="*/ f473 1 f329"/>
                <a:gd name="f609" fmla="*/ f474 1 f328"/>
                <a:gd name="f610" fmla="*/ f475 1 f329"/>
                <a:gd name="f611" fmla="*/ f476 1 f328"/>
                <a:gd name="f612" fmla="*/ f477 1 f329"/>
                <a:gd name="f613" fmla="*/ f478 1 f328"/>
                <a:gd name="f614" fmla="*/ f479 1 f329"/>
                <a:gd name="f615" fmla="*/ f480 1 f328"/>
                <a:gd name="f616" fmla="*/ f481 1 f329"/>
                <a:gd name="f617" fmla="*/ f482 1 f328"/>
                <a:gd name="f618" fmla="*/ f483 1 f329"/>
                <a:gd name="f619" fmla="*/ f484 1 f328"/>
                <a:gd name="f620" fmla="*/ f485 1 f329"/>
                <a:gd name="f621" fmla="*/ f486 1 f328"/>
                <a:gd name="f622" fmla="*/ f487 1 f329"/>
                <a:gd name="f623" fmla="*/ f488 1 f328"/>
                <a:gd name="f624" fmla="*/ f489 1 f329"/>
                <a:gd name="f625" fmla="*/ f490 1 f328"/>
                <a:gd name="f626" fmla="*/ f491 1 f329"/>
                <a:gd name="f627" fmla="*/ f492 1 f328"/>
                <a:gd name="f628" fmla="*/ f493 1 f329"/>
                <a:gd name="f629" fmla="*/ f494 1 f328"/>
                <a:gd name="f630" fmla="*/ f495 1 f329"/>
                <a:gd name="f631" fmla="*/ f496 1 f328"/>
                <a:gd name="f632" fmla="*/ f497 1 f329"/>
                <a:gd name="f633" fmla="*/ f498 1 f328"/>
                <a:gd name="f634" fmla="*/ f499 1 f329"/>
                <a:gd name="f635" fmla="*/ f500 1 f328"/>
                <a:gd name="f636" fmla="*/ f501 1 f329"/>
                <a:gd name="f637" fmla="*/ f502 1 f328"/>
                <a:gd name="f638" fmla="*/ f503 1 f329"/>
                <a:gd name="f639" fmla="*/ f504 1 f328"/>
                <a:gd name="f640" fmla="*/ f505 1 f329"/>
                <a:gd name="f641" fmla="*/ f506 1 f328"/>
                <a:gd name="f642" fmla="*/ f507 1 f329"/>
                <a:gd name="f643" fmla="*/ f508 1 f328"/>
                <a:gd name="f644" fmla="*/ f509 1 f329"/>
                <a:gd name="f645" fmla="*/ f510 1 f328"/>
                <a:gd name="f646" fmla="*/ f511 1 f329"/>
                <a:gd name="f647" fmla="*/ f512 1 f328"/>
                <a:gd name="f648" fmla="*/ f513 1 f329"/>
                <a:gd name="f649" fmla="*/ f514 1 f328"/>
                <a:gd name="f650" fmla="*/ f515 1 f329"/>
                <a:gd name="f651" fmla="*/ f516 1 f328"/>
                <a:gd name="f652" fmla="*/ f517 1 f329"/>
                <a:gd name="f653" fmla="*/ f518 1 f328"/>
                <a:gd name="f654" fmla="*/ f519 1 f329"/>
                <a:gd name="f655" fmla="*/ f520 1 f328"/>
                <a:gd name="f656" fmla="*/ f521 1 f329"/>
                <a:gd name="f657" fmla="*/ f522 1 f328"/>
                <a:gd name="f658" fmla="*/ f523 1 f329"/>
                <a:gd name="f659" fmla="*/ f524 1 f328"/>
                <a:gd name="f660" fmla="*/ f525 1 f329"/>
                <a:gd name="f661" fmla="*/ f526 1 f328"/>
                <a:gd name="f662" fmla="*/ f527 1 f329"/>
                <a:gd name="f663" fmla="*/ f528 1 f328"/>
                <a:gd name="f664" fmla="*/ f529 1 f329"/>
                <a:gd name="f665" fmla="*/ f530 1 f329"/>
                <a:gd name="f666" fmla="*/ f531 1 f328"/>
                <a:gd name="f667" fmla="*/ f532 1 f329"/>
                <a:gd name="f668" fmla="*/ f533 1 f328"/>
                <a:gd name="f669" fmla="*/ f534 1 f329"/>
                <a:gd name="f670" fmla="*/ f535 1 f328"/>
                <a:gd name="f671" fmla="*/ f536 1 f329"/>
                <a:gd name="f672" fmla="*/ f537 1 f328"/>
                <a:gd name="f673" fmla="*/ f538 1 f329"/>
                <a:gd name="f674" fmla="*/ f539 1 f328"/>
                <a:gd name="f675" fmla="*/ f540 1 f329"/>
                <a:gd name="f676" fmla="*/ f541 1 f328"/>
                <a:gd name="f677" fmla="*/ f542 1 f329"/>
                <a:gd name="f678" fmla="*/ f543 1 f328"/>
                <a:gd name="f679" fmla="*/ f544 1 f329"/>
                <a:gd name="f680" fmla="*/ f545 1 f328"/>
                <a:gd name="f681" fmla="*/ f546 1 f329"/>
                <a:gd name="f682" fmla="*/ f547 1 f328"/>
                <a:gd name="f683" fmla="*/ f548 1 f329"/>
                <a:gd name="f684" fmla="*/ f549 1 f328"/>
                <a:gd name="f685" fmla="*/ f550 1 f329"/>
                <a:gd name="f686" fmla="*/ f551 1 f328"/>
                <a:gd name="f687" fmla="*/ f552 1 f329"/>
                <a:gd name="f688" fmla="*/ f553 1 f328"/>
                <a:gd name="f689" fmla="*/ f554 1 f329"/>
                <a:gd name="f690" fmla="*/ f555 1 f328"/>
                <a:gd name="f691" fmla="*/ f556 1 f329"/>
                <a:gd name="f692" fmla="*/ f557 1 f328"/>
                <a:gd name="f693" fmla="*/ f558 1 f329"/>
                <a:gd name="f694" fmla="*/ f559 1 f328"/>
                <a:gd name="f695" fmla="*/ f560 1 f329"/>
                <a:gd name="f696" fmla="*/ f561 1 f328"/>
                <a:gd name="f697" fmla="*/ f562 1 f329"/>
                <a:gd name="f698" fmla="*/ f563 1 f328"/>
                <a:gd name="f699" fmla="*/ f564 1 f329"/>
                <a:gd name="f700" fmla="*/ f565 1 f328"/>
                <a:gd name="f701" fmla="*/ f566 1 f329"/>
                <a:gd name="f702" fmla="*/ f567 1 f328"/>
                <a:gd name="f703" fmla="*/ f568 1 f329"/>
                <a:gd name="f704" fmla="*/ f569 1 f328"/>
                <a:gd name="f705" fmla="*/ f570 1 f329"/>
                <a:gd name="f706" fmla="*/ f571 1 f328"/>
                <a:gd name="f707" fmla="*/ f572 1 f329"/>
                <a:gd name="f708" fmla="*/ f573 1 f328"/>
                <a:gd name="f709" fmla="*/ f574 1 f329"/>
                <a:gd name="f710" fmla="*/ f575 1 f328"/>
                <a:gd name="f711" fmla="*/ f576 1 f329"/>
                <a:gd name="f712" fmla="*/ f577 1 f328"/>
                <a:gd name="f713" fmla="*/ f578 1 f329"/>
                <a:gd name="f714" fmla="*/ f579 1 f328"/>
                <a:gd name="f715" fmla="*/ f580 1 f329"/>
                <a:gd name="f716" fmla="*/ f581 1 f328"/>
                <a:gd name="f717" fmla="*/ f582 1 f329"/>
                <a:gd name="f718" fmla="*/ f583 1 f328"/>
                <a:gd name="f719" fmla="*/ f584 1 f329"/>
                <a:gd name="f720" fmla="*/ f585 1 f328"/>
                <a:gd name="f721" fmla="*/ f586 1 f329"/>
                <a:gd name="f722" fmla="*/ f587 1 f328"/>
                <a:gd name="f723" fmla="*/ f588 1 f329"/>
                <a:gd name="f724" fmla="*/ f589 1 f328"/>
                <a:gd name="f725" fmla="*/ f590 1 f329"/>
                <a:gd name="f726" fmla="*/ f591 f323 1"/>
                <a:gd name="f727" fmla="*/ f592 f323 1"/>
                <a:gd name="f728" fmla="*/ f594 f324 1"/>
                <a:gd name="f729" fmla="*/ f593 f324 1"/>
                <a:gd name="f730" fmla="*/ f596 f323 1"/>
                <a:gd name="f731" fmla="*/ f597 f324 1"/>
                <a:gd name="f732" fmla="*/ f598 f323 1"/>
                <a:gd name="f733" fmla="*/ f599 f323 1"/>
                <a:gd name="f734" fmla="*/ f600 f324 1"/>
                <a:gd name="f735" fmla="*/ f601 f323 1"/>
                <a:gd name="f736" fmla="*/ f602 f324 1"/>
                <a:gd name="f737" fmla="*/ f603 f323 1"/>
                <a:gd name="f738" fmla="*/ f604 f324 1"/>
                <a:gd name="f739" fmla="*/ f605 f323 1"/>
                <a:gd name="f740" fmla="*/ f606 f324 1"/>
                <a:gd name="f741" fmla="*/ f607 f323 1"/>
                <a:gd name="f742" fmla="*/ f608 f324 1"/>
                <a:gd name="f743" fmla="*/ f609 f323 1"/>
                <a:gd name="f744" fmla="*/ f610 f324 1"/>
                <a:gd name="f745" fmla="*/ f611 f323 1"/>
                <a:gd name="f746" fmla="*/ f612 f324 1"/>
                <a:gd name="f747" fmla="*/ f613 f323 1"/>
                <a:gd name="f748" fmla="*/ f614 f324 1"/>
                <a:gd name="f749" fmla="*/ f615 f323 1"/>
                <a:gd name="f750" fmla="*/ f616 f324 1"/>
                <a:gd name="f751" fmla="*/ f617 f323 1"/>
                <a:gd name="f752" fmla="*/ f618 f324 1"/>
                <a:gd name="f753" fmla="*/ f619 f323 1"/>
                <a:gd name="f754" fmla="*/ f620 f324 1"/>
                <a:gd name="f755" fmla="*/ f621 f323 1"/>
                <a:gd name="f756" fmla="*/ f622 f324 1"/>
                <a:gd name="f757" fmla="*/ f623 f323 1"/>
                <a:gd name="f758" fmla="*/ f624 f324 1"/>
                <a:gd name="f759" fmla="*/ f625 f323 1"/>
                <a:gd name="f760" fmla="*/ f626 f324 1"/>
                <a:gd name="f761" fmla="*/ f627 f323 1"/>
                <a:gd name="f762" fmla="*/ f628 f324 1"/>
                <a:gd name="f763" fmla="*/ f629 f323 1"/>
                <a:gd name="f764" fmla="*/ f630 f324 1"/>
                <a:gd name="f765" fmla="*/ f631 f323 1"/>
                <a:gd name="f766" fmla="*/ f632 f324 1"/>
                <a:gd name="f767" fmla="*/ f633 f323 1"/>
                <a:gd name="f768" fmla="*/ f634 f324 1"/>
                <a:gd name="f769" fmla="*/ f635 f323 1"/>
                <a:gd name="f770" fmla="*/ f636 f324 1"/>
                <a:gd name="f771" fmla="*/ f637 f323 1"/>
                <a:gd name="f772" fmla="*/ f638 f324 1"/>
                <a:gd name="f773" fmla="*/ f639 f323 1"/>
                <a:gd name="f774" fmla="*/ f640 f324 1"/>
                <a:gd name="f775" fmla="*/ f641 f323 1"/>
                <a:gd name="f776" fmla="*/ f642 f324 1"/>
                <a:gd name="f777" fmla="*/ f643 f323 1"/>
                <a:gd name="f778" fmla="*/ f644 f324 1"/>
                <a:gd name="f779" fmla="*/ f645 f323 1"/>
                <a:gd name="f780" fmla="*/ f646 f324 1"/>
                <a:gd name="f781" fmla="*/ f647 f323 1"/>
                <a:gd name="f782" fmla="*/ f648 f324 1"/>
                <a:gd name="f783" fmla="*/ f649 f323 1"/>
                <a:gd name="f784" fmla="*/ f650 f324 1"/>
                <a:gd name="f785" fmla="*/ f651 f323 1"/>
                <a:gd name="f786" fmla="*/ f652 f324 1"/>
                <a:gd name="f787" fmla="*/ f653 f323 1"/>
                <a:gd name="f788" fmla="*/ f654 f324 1"/>
                <a:gd name="f789" fmla="*/ f655 f323 1"/>
                <a:gd name="f790" fmla="*/ f656 f324 1"/>
                <a:gd name="f791" fmla="*/ f657 f323 1"/>
                <a:gd name="f792" fmla="*/ f658 f324 1"/>
                <a:gd name="f793" fmla="*/ f659 f323 1"/>
                <a:gd name="f794" fmla="*/ f660 f324 1"/>
                <a:gd name="f795" fmla="*/ f661 f323 1"/>
                <a:gd name="f796" fmla="*/ f662 f324 1"/>
                <a:gd name="f797" fmla="*/ f663 f323 1"/>
                <a:gd name="f798" fmla="*/ f664 f324 1"/>
                <a:gd name="f799" fmla="*/ f665 f324 1"/>
                <a:gd name="f800" fmla="*/ f666 f323 1"/>
                <a:gd name="f801" fmla="*/ f667 f324 1"/>
                <a:gd name="f802" fmla="*/ f668 f323 1"/>
                <a:gd name="f803" fmla="*/ f669 f324 1"/>
                <a:gd name="f804" fmla="*/ f670 f323 1"/>
                <a:gd name="f805" fmla="*/ f671 f324 1"/>
                <a:gd name="f806" fmla="*/ f672 f323 1"/>
                <a:gd name="f807" fmla="*/ f673 f324 1"/>
                <a:gd name="f808" fmla="*/ f674 f323 1"/>
                <a:gd name="f809" fmla="*/ f675 f324 1"/>
                <a:gd name="f810" fmla="*/ f676 f323 1"/>
                <a:gd name="f811" fmla="*/ f677 f324 1"/>
                <a:gd name="f812" fmla="*/ f678 f323 1"/>
                <a:gd name="f813" fmla="*/ f679 f324 1"/>
                <a:gd name="f814" fmla="*/ f680 f323 1"/>
                <a:gd name="f815" fmla="*/ f681 f324 1"/>
                <a:gd name="f816" fmla="*/ f682 f323 1"/>
                <a:gd name="f817" fmla="*/ f683 f324 1"/>
                <a:gd name="f818" fmla="*/ f684 f323 1"/>
                <a:gd name="f819" fmla="*/ f685 f324 1"/>
                <a:gd name="f820" fmla="*/ f686 f323 1"/>
                <a:gd name="f821" fmla="*/ f687 f324 1"/>
                <a:gd name="f822" fmla="*/ f688 f323 1"/>
                <a:gd name="f823" fmla="*/ f689 f324 1"/>
                <a:gd name="f824" fmla="*/ f690 f323 1"/>
                <a:gd name="f825" fmla="*/ f691 f324 1"/>
                <a:gd name="f826" fmla="*/ f692 f323 1"/>
                <a:gd name="f827" fmla="*/ f693 f324 1"/>
                <a:gd name="f828" fmla="*/ f694 f323 1"/>
                <a:gd name="f829" fmla="*/ f695 f324 1"/>
                <a:gd name="f830" fmla="*/ f696 f323 1"/>
                <a:gd name="f831" fmla="*/ f697 f324 1"/>
                <a:gd name="f832" fmla="*/ f698 f323 1"/>
                <a:gd name="f833" fmla="*/ f699 f324 1"/>
                <a:gd name="f834" fmla="*/ f700 f323 1"/>
                <a:gd name="f835" fmla="*/ f701 f324 1"/>
                <a:gd name="f836" fmla="*/ f702 f323 1"/>
                <a:gd name="f837" fmla="*/ f703 f324 1"/>
                <a:gd name="f838" fmla="*/ f704 f323 1"/>
                <a:gd name="f839" fmla="*/ f705 f324 1"/>
                <a:gd name="f840" fmla="*/ f706 f323 1"/>
                <a:gd name="f841" fmla="*/ f707 f324 1"/>
                <a:gd name="f842" fmla="*/ f708 f323 1"/>
                <a:gd name="f843" fmla="*/ f709 f324 1"/>
                <a:gd name="f844" fmla="*/ f710 f323 1"/>
                <a:gd name="f845" fmla="*/ f711 f324 1"/>
                <a:gd name="f846" fmla="*/ f712 f323 1"/>
                <a:gd name="f847" fmla="*/ f713 f324 1"/>
                <a:gd name="f848" fmla="*/ f714 f323 1"/>
                <a:gd name="f849" fmla="*/ f715 f324 1"/>
                <a:gd name="f850" fmla="*/ f716 f323 1"/>
                <a:gd name="f851" fmla="*/ f717 f324 1"/>
                <a:gd name="f852" fmla="*/ f718 f323 1"/>
                <a:gd name="f853" fmla="*/ f719 f324 1"/>
                <a:gd name="f854" fmla="*/ f720 f323 1"/>
                <a:gd name="f855" fmla="*/ f721 f324 1"/>
                <a:gd name="f856" fmla="*/ f722 f323 1"/>
                <a:gd name="f857" fmla="*/ f723 f324 1"/>
                <a:gd name="f858" fmla="*/ f724 f323 1"/>
                <a:gd name="f859" fmla="*/ f725 f324 1"/>
              </a:gdLst>
              <a:ahLst/>
              <a:cxnLst>
                <a:cxn ang="3cd4">
                  <a:pos x="hc" y="t"/>
                </a:cxn>
                <a:cxn ang="0">
                  <a:pos x="r" y="vc"/>
                </a:cxn>
                <a:cxn ang="cd4">
                  <a:pos x="hc" y="b"/>
                </a:cxn>
                <a:cxn ang="cd2">
                  <a:pos x="l" y="vc"/>
                </a:cxn>
                <a:cxn ang="f595">
                  <a:pos x="f730" y="f731"/>
                </a:cxn>
                <a:cxn ang="f595">
                  <a:pos x="f732" y="f731"/>
                </a:cxn>
                <a:cxn ang="f595">
                  <a:pos x="f733" y="f734"/>
                </a:cxn>
                <a:cxn ang="f595">
                  <a:pos x="f735" y="f736"/>
                </a:cxn>
                <a:cxn ang="f595">
                  <a:pos x="f737" y="f738"/>
                </a:cxn>
                <a:cxn ang="f595">
                  <a:pos x="f739" y="f740"/>
                </a:cxn>
                <a:cxn ang="f595">
                  <a:pos x="f741" y="f742"/>
                </a:cxn>
                <a:cxn ang="f595">
                  <a:pos x="f743" y="f744"/>
                </a:cxn>
                <a:cxn ang="f595">
                  <a:pos x="f745" y="f746"/>
                </a:cxn>
                <a:cxn ang="f595">
                  <a:pos x="f747" y="f748"/>
                </a:cxn>
                <a:cxn ang="f595">
                  <a:pos x="f749" y="f750"/>
                </a:cxn>
                <a:cxn ang="f595">
                  <a:pos x="f751" y="f752"/>
                </a:cxn>
                <a:cxn ang="f595">
                  <a:pos x="f753" y="f754"/>
                </a:cxn>
                <a:cxn ang="f595">
                  <a:pos x="f755" y="f756"/>
                </a:cxn>
                <a:cxn ang="f595">
                  <a:pos x="f757" y="f758"/>
                </a:cxn>
                <a:cxn ang="f595">
                  <a:pos x="f759" y="f760"/>
                </a:cxn>
                <a:cxn ang="f595">
                  <a:pos x="f761" y="f762"/>
                </a:cxn>
                <a:cxn ang="f595">
                  <a:pos x="f763" y="f764"/>
                </a:cxn>
                <a:cxn ang="f595">
                  <a:pos x="f765" y="f766"/>
                </a:cxn>
                <a:cxn ang="f595">
                  <a:pos x="f767" y="f768"/>
                </a:cxn>
                <a:cxn ang="f595">
                  <a:pos x="f769" y="f770"/>
                </a:cxn>
                <a:cxn ang="f595">
                  <a:pos x="f771" y="f772"/>
                </a:cxn>
                <a:cxn ang="f595">
                  <a:pos x="f773" y="f774"/>
                </a:cxn>
                <a:cxn ang="f595">
                  <a:pos x="f775" y="f776"/>
                </a:cxn>
                <a:cxn ang="f595">
                  <a:pos x="f777" y="f778"/>
                </a:cxn>
                <a:cxn ang="f595">
                  <a:pos x="f779" y="f780"/>
                </a:cxn>
                <a:cxn ang="f595">
                  <a:pos x="f781" y="f782"/>
                </a:cxn>
                <a:cxn ang="f595">
                  <a:pos x="f783" y="f784"/>
                </a:cxn>
                <a:cxn ang="f595">
                  <a:pos x="f785" y="f786"/>
                </a:cxn>
                <a:cxn ang="f595">
                  <a:pos x="f787" y="f788"/>
                </a:cxn>
                <a:cxn ang="f595">
                  <a:pos x="f789" y="f790"/>
                </a:cxn>
                <a:cxn ang="f595">
                  <a:pos x="f791" y="f792"/>
                </a:cxn>
                <a:cxn ang="f595">
                  <a:pos x="f793" y="f794"/>
                </a:cxn>
                <a:cxn ang="f595">
                  <a:pos x="f795" y="f796"/>
                </a:cxn>
                <a:cxn ang="f595">
                  <a:pos x="f797" y="f798"/>
                </a:cxn>
                <a:cxn ang="f595">
                  <a:pos x="f797" y="f799"/>
                </a:cxn>
                <a:cxn ang="f595">
                  <a:pos x="f800" y="f801"/>
                </a:cxn>
                <a:cxn ang="f595">
                  <a:pos x="f802" y="f803"/>
                </a:cxn>
                <a:cxn ang="f595">
                  <a:pos x="f804" y="f805"/>
                </a:cxn>
                <a:cxn ang="f595">
                  <a:pos x="f806" y="f807"/>
                </a:cxn>
                <a:cxn ang="f595">
                  <a:pos x="f808" y="f809"/>
                </a:cxn>
                <a:cxn ang="f595">
                  <a:pos x="f810" y="f811"/>
                </a:cxn>
                <a:cxn ang="f595">
                  <a:pos x="f812" y="f813"/>
                </a:cxn>
                <a:cxn ang="f595">
                  <a:pos x="f814" y="f815"/>
                </a:cxn>
                <a:cxn ang="f595">
                  <a:pos x="f816" y="f817"/>
                </a:cxn>
                <a:cxn ang="f595">
                  <a:pos x="f818" y="f819"/>
                </a:cxn>
                <a:cxn ang="f595">
                  <a:pos x="f820" y="f821"/>
                </a:cxn>
                <a:cxn ang="f595">
                  <a:pos x="f822" y="f823"/>
                </a:cxn>
                <a:cxn ang="f595">
                  <a:pos x="f824" y="f825"/>
                </a:cxn>
                <a:cxn ang="f595">
                  <a:pos x="f826" y="f827"/>
                </a:cxn>
                <a:cxn ang="f595">
                  <a:pos x="f828" y="f829"/>
                </a:cxn>
                <a:cxn ang="f595">
                  <a:pos x="f830" y="f831"/>
                </a:cxn>
                <a:cxn ang="f595">
                  <a:pos x="f832" y="f833"/>
                </a:cxn>
                <a:cxn ang="f595">
                  <a:pos x="f834" y="f835"/>
                </a:cxn>
                <a:cxn ang="f595">
                  <a:pos x="f836" y="f837"/>
                </a:cxn>
                <a:cxn ang="f595">
                  <a:pos x="f838" y="f839"/>
                </a:cxn>
                <a:cxn ang="f595">
                  <a:pos x="f840" y="f841"/>
                </a:cxn>
                <a:cxn ang="f595">
                  <a:pos x="f842" y="f843"/>
                </a:cxn>
                <a:cxn ang="f595">
                  <a:pos x="f844" y="f845"/>
                </a:cxn>
                <a:cxn ang="f595">
                  <a:pos x="f846" y="f847"/>
                </a:cxn>
                <a:cxn ang="f595">
                  <a:pos x="f848" y="f849"/>
                </a:cxn>
                <a:cxn ang="f595">
                  <a:pos x="f850" y="f851"/>
                </a:cxn>
                <a:cxn ang="f595">
                  <a:pos x="f852" y="f853"/>
                </a:cxn>
                <a:cxn ang="f595">
                  <a:pos x="f854" y="f855"/>
                </a:cxn>
                <a:cxn ang="f595">
                  <a:pos x="f856" y="f857"/>
                </a:cxn>
                <a:cxn ang="f595">
                  <a:pos x="f858" y="f859"/>
                </a:cxn>
              </a:cxnLst>
              <a:rect l="f726" t="f729" r="f727" b="f728"/>
              <a:pathLst>
                <a:path w="5275533" h="2980757">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lnTo>
                    <a:pt x="f53" y="f54"/>
                  </a:ln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83" y="f84"/>
                  </a:cubicBezTo>
                  <a:cubicBezTo>
                    <a:pt x="f85" y="f86"/>
                    <a:pt x="f87" y="f88"/>
                    <a:pt x="f89" y="f90"/>
                  </a:cubicBezTo>
                  <a:cubicBezTo>
                    <a:pt x="f91" y="f92"/>
                    <a:pt x="f93" y="f94"/>
                    <a:pt x="f95" y="f96"/>
                  </a:cubicBezTo>
                  <a:lnTo>
                    <a:pt x="f97" y="f98"/>
                  </a:lnTo>
                  <a:cubicBezTo>
                    <a:pt x="f99" y="f100"/>
                    <a:pt x="f101" y="f102"/>
                    <a:pt x="f103" y="f104"/>
                  </a:cubicBezTo>
                  <a:cubicBezTo>
                    <a:pt x="f105" y="f106"/>
                    <a:pt x="f107" y="f108"/>
                    <a:pt x="f109" y="f110"/>
                  </a:cubicBezTo>
                  <a:cubicBezTo>
                    <a:pt x="f111" y="f112"/>
                    <a:pt x="f113" y="f114"/>
                    <a:pt x="f115" y="f116"/>
                  </a:cubicBezTo>
                  <a:lnTo>
                    <a:pt x="f117" y="f118"/>
                  </a:lnTo>
                  <a:cubicBezTo>
                    <a:pt x="f119" y="f120"/>
                    <a:pt x="f121" y="f122"/>
                    <a:pt x="f123" y="f124"/>
                  </a:cubicBezTo>
                  <a:lnTo>
                    <a:pt x="f125" y="f126"/>
                  </a:lnTo>
                  <a:cubicBezTo>
                    <a:pt x="f127" y="f128"/>
                    <a:pt x="f129" y="f130"/>
                    <a:pt x="f131" y="f132"/>
                  </a:cubicBezTo>
                  <a:cubicBezTo>
                    <a:pt x="f133" y="f134"/>
                    <a:pt x="f135" y="f136"/>
                    <a:pt x="f137" y="f138"/>
                  </a:cubicBezTo>
                  <a:lnTo>
                    <a:pt x="f139" y="f140"/>
                  </a:lnTo>
                  <a:cubicBezTo>
                    <a:pt x="f141" y="f142"/>
                    <a:pt x="f143" y="f144"/>
                    <a:pt x="f145" y="f146"/>
                  </a:cubicBezTo>
                  <a:cubicBezTo>
                    <a:pt x="f147" y="f148"/>
                    <a:pt x="f149" y="f150"/>
                    <a:pt x="f151" y="f152"/>
                  </a:cubicBezTo>
                  <a:cubicBezTo>
                    <a:pt x="f153" y="f154"/>
                    <a:pt x="f155" y="f156"/>
                    <a:pt x="f157" y="f158"/>
                  </a:cubicBezTo>
                  <a:cubicBezTo>
                    <a:pt x="f159" y="f160"/>
                    <a:pt x="f161" y="f162"/>
                    <a:pt x="f163" y="f164"/>
                  </a:cubicBezTo>
                  <a:cubicBezTo>
                    <a:pt x="f165" y="f166"/>
                    <a:pt x="f167" y="f168"/>
                    <a:pt x="f169" y="f170"/>
                  </a:cubicBezTo>
                  <a:lnTo>
                    <a:pt x="f171" y="f172"/>
                  </a:lnTo>
                  <a:lnTo>
                    <a:pt x="f6" y="f173"/>
                  </a:lnTo>
                  <a:lnTo>
                    <a:pt x="f6" y="f174"/>
                  </a:lnTo>
                  <a:lnTo>
                    <a:pt x="f175" y="f176"/>
                  </a:lnTo>
                  <a:cubicBezTo>
                    <a:pt x="f177" y="f178"/>
                    <a:pt x="f179" y="f180"/>
                    <a:pt x="f181" y="f182"/>
                  </a:cubicBezTo>
                  <a:cubicBezTo>
                    <a:pt x="f183" y="f184"/>
                    <a:pt x="f185" y="f186"/>
                    <a:pt x="f187" y="f188"/>
                  </a:cubicBezTo>
                  <a:cubicBezTo>
                    <a:pt x="f189" y="f190"/>
                    <a:pt x="f191" y="f192"/>
                    <a:pt x="f193" y="f194"/>
                  </a:cubicBezTo>
                  <a:cubicBezTo>
                    <a:pt x="f195" y="f196"/>
                    <a:pt x="f197" y="f198"/>
                    <a:pt x="f199" y="f200"/>
                  </a:cubicBezTo>
                  <a:cubicBezTo>
                    <a:pt x="f201" y="f202"/>
                    <a:pt x="f203" y="f204"/>
                    <a:pt x="f205" y="f206"/>
                  </a:cubicBezTo>
                  <a:cubicBezTo>
                    <a:pt x="f207" y="f208"/>
                    <a:pt x="f209" y="f210"/>
                    <a:pt x="f211" y="f212"/>
                  </a:cubicBezTo>
                  <a:lnTo>
                    <a:pt x="f213" y="f214"/>
                  </a:lnTo>
                  <a:cubicBezTo>
                    <a:pt x="f215" y="f216"/>
                    <a:pt x="f217" y="f218"/>
                    <a:pt x="f219" y="f218"/>
                  </a:cubicBezTo>
                  <a:lnTo>
                    <a:pt x="f220" y="f221"/>
                  </a:lnTo>
                  <a:lnTo>
                    <a:pt x="f222" y="f223"/>
                  </a:lnTo>
                  <a:cubicBezTo>
                    <a:pt x="f224" y="f225"/>
                    <a:pt x="f226" y="f227"/>
                    <a:pt x="f228" y="f229"/>
                  </a:cubicBezTo>
                  <a:cubicBezTo>
                    <a:pt x="f230" y="f231"/>
                    <a:pt x="f232" y="f233"/>
                    <a:pt x="f234" y="f235"/>
                  </a:cubicBezTo>
                  <a:cubicBezTo>
                    <a:pt x="f236" y="f237"/>
                    <a:pt x="f238" y="f239"/>
                    <a:pt x="f240" y="f241"/>
                  </a:cubicBezTo>
                  <a:cubicBezTo>
                    <a:pt x="f242" y="f243"/>
                    <a:pt x="f244" y="f245"/>
                    <a:pt x="f246" y="f247"/>
                  </a:cubicBezTo>
                  <a:cubicBezTo>
                    <a:pt x="f248" y="f249"/>
                    <a:pt x="f250" y="f251"/>
                    <a:pt x="f252" y="f253"/>
                  </a:cubicBezTo>
                  <a:cubicBezTo>
                    <a:pt x="f254" y="f255"/>
                    <a:pt x="f256" y="f257"/>
                    <a:pt x="f258" y="f259"/>
                  </a:cubicBezTo>
                  <a:cubicBezTo>
                    <a:pt x="f260" y="f261"/>
                    <a:pt x="f262" y="f263"/>
                    <a:pt x="f264" y="f265"/>
                  </a:cubicBezTo>
                  <a:cubicBezTo>
                    <a:pt x="f266" y="f267"/>
                    <a:pt x="f268" y="f269"/>
                    <a:pt x="f270" y="f271"/>
                  </a:cubicBezTo>
                  <a:lnTo>
                    <a:pt x="f272" y="f273"/>
                  </a:lnTo>
                  <a:cubicBezTo>
                    <a:pt x="f274" y="f275"/>
                    <a:pt x="f276" y="f277"/>
                    <a:pt x="f278" y="f279"/>
                  </a:cubicBezTo>
                  <a:lnTo>
                    <a:pt x="f280" y="f281"/>
                  </a:lnTo>
                  <a:cubicBezTo>
                    <a:pt x="f282" y="f283"/>
                    <a:pt x="f284" y="f285"/>
                    <a:pt x="f286" y="f287"/>
                  </a:cubicBezTo>
                  <a:cubicBezTo>
                    <a:pt x="f288" y="f289"/>
                    <a:pt x="f290" y="f291"/>
                    <a:pt x="f292" y="f293"/>
                  </a:cubicBezTo>
                  <a:cubicBezTo>
                    <a:pt x="f294" y="f295"/>
                    <a:pt x="f296" y="f297"/>
                    <a:pt x="f298" y="f299"/>
                  </a:cubicBezTo>
                  <a:cubicBezTo>
                    <a:pt x="f300" y="f301"/>
                    <a:pt x="f302" y="f303"/>
                    <a:pt x="f304" y="f305"/>
                  </a:cubicBezTo>
                  <a:cubicBezTo>
                    <a:pt x="f306" y="f307"/>
                    <a:pt x="f308" y="f309"/>
                    <a:pt x="f310" y="f311"/>
                  </a:cubicBezTo>
                  <a:lnTo>
                    <a:pt x="f312" y="f313"/>
                  </a:lnTo>
                  <a:lnTo>
                    <a:pt x="f314" y="f315"/>
                  </a:lnTo>
                  <a:cubicBezTo>
                    <a:pt x="f316" y="f317"/>
                    <a:pt x="f318" y="f319"/>
                    <a:pt x="f320" y="f32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3" name="Freeform: Shape 20">
              <a:extLst>
                <a:ext uri="{FF2B5EF4-FFF2-40B4-BE49-F238E27FC236}">
                  <a16:creationId xmlns:a16="http://schemas.microsoft.com/office/drawing/2014/main" id="{EEB4241F-5887-A4B5-70B1-4E4349669BB3}"/>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613805"/>
                <a:gd name="f9" fmla="val 618487"/>
                <a:gd name="f10" fmla="val 85404"/>
                <a:gd name="f11" fmla="val 650052"/>
                <a:gd name="f12" fmla="val 360109"/>
                <a:gd name="f13" fmla="val 792650"/>
                <a:gd name="f14" fmla="val 556543"/>
                <a:gd name="f15" fmla="val 1054084"/>
                <a:gd name="f16" fmla="val 895200"/>
                <a:gd name="f17" fmla="val 1126174"/>
                <a:gd name="f18" fmla="val 988542"/>
                <a:gd name="f19" fmla="val 1200716"/>
                <a:gd name="f20" fmla="val 1085128"/>
                <a:gd name="f21" fmla="val 1276976"/>
                <a:gd name="f22" fmla="val 1191325"/>
                <a:gd name="f23" fmla="val 1859704"/>
                <a:gd name="f24" fmla="val 2002688"/>
                <a:gd name="f25" fmla="val 2485223"/>
                <a:gd name="f26" fmla="val 2348843"/>
                <a:gd name="f27" fmla="val 3368450"/>
                <a:gd name="f28" fmla="val 3948114"/>
                <a:gd name="f29" fmla="val 4373422"/>
                <a:gd name="f30" fmla="val 2066846"/>
                <a:gd name="f31" fmla="val 4956151"/>
                <a:gd name="f32" fmla="val 1636730"/>
                <a:gd name="f33" fmla="val 5021253"/>
                <a:gd name="f34" fmla="val 1588668"/>
                <a:gd name="f35" fmla="val 5086356"/>
                <a:gd name="f36" fmla="val 1541186"/>
                <a:gd name="f37" fmla="val 5149372"/>
                <a:gd name="f38" fmla="val 1495325"/>
                <a:gd name="f39" fmla="val 1406110"/>
                <a:gd name="f40" fmla="val 2138641"/>
                <a:gd name="f41" fmla="val 5112925"/>
                <a:gd name="f42" fmla="val 2253730"/>
                <a:gd name="f43" fmla="val 4598179"/>
                <a:gd name="f44" fmla="val 2621786"/>
                <a:gd name="f45" fmla="val 4074961"/>
                <a:gd name="f46" fmla="val 3368327"/>
                <a:gd name="f47" fmla="val 2170746"/>
                <a:gd name="f48" fmla="val 1393203"/>
                <a:gd name="f49" fmla="val 2384512"/>
                <a:gd name="f50" fmla="val 769646"/>
                <a:gd name="f51" fmla="val 1516288"/>
                <a:gd name="f52" fmla="val 418850"/>
                <a:gd name="f53" fmla="val 1027932"/>
                <a:gd name="f54" fmla="val 48120"/>
                <a:gd name="f55" fmla="val 683401"/>
                <a:gd name="f56" fmla="val 3149"/>
                <a:gd name="f57" fmla="val 85252"/>
                <a:gd name="f58" fmla="+- 0 0 -90"/>
                <a:gd name="f59" fmla="*/ f3 1 5270786"/>
                <a:gd name="f60" fmla="*/ f4 1 2927775"/>
                <a:gd name="f61" fmla="+- f7 0 f5"/>
                <a:gd name="f62" fmla="+- f6 0 f5"/>
                <a:gd name="f63" fmla="*/ f58 f0 1"/>
                <a:gd name="f64" fmla="*/ f62 1 5270786"/>
                <a:gd name="f65" fmla="*/ f61 1 2927775"/>
                <a:gd name="f66" fmla="*/ 0 f62 1"/>
                <a:gd name="f67" fmla="*/ 0 f61 1"/>
                <a:gd name="f68" fmla="*/ 613805 f62 1"/>
                <a:gd name="f69" fmla="*/ 618487 f62 1"/>
                <a:gd name="f70" fmla="*/ 85404 f61 1"/>
                <a:gd name="f71" fmla="*/ 1054084 f62 1"/>
                <a:gd name="f72" fmla="*/ 895200 f61 1"/>
                <a:gd name="f73" fmla="*/ 1276976 f62 1"/>
                <a:gd name="f74" fmla="*/ 1191325 f61 1"/>
                <a:gd name="f75" fmla="*/ 3368450 f62 1"/>
                <a:gd name="f76" fmla="*/ 2348843 f61 1"/>
                <a:gd name="f77" fmla="*/ 4956151 f62 1"/>
                <a:gd name="f78" fmla="*/ 1636730 f61 1"/>
                <a:gd name="f79" fmla="*/ 5149372 f62 1"/>
                <a:gd name="f80" fmla="*/ 1495325 f61 1"/>
                <a:gd name="f81" fmla="*/ 5270786 f62 1"/>
                <a:gd name="f82" fmla="*/ 1406110 f61 1"/>
                <a:gd name="f83" fmla="*/ 2138641 f61 1"/>
                <a:gd name="f84" fmla="*/ 5112925 f62 1"/>
                <a:gd name="f85" fmla="*/ 2253730 f61 1"/>
                <a:gd name="f86" fmla="*/ 3368327 f62 1"/>
                <a:gd name="f87" fmla="*/ 2927775 f61 1"/>
                <a:gd name="f88" fmla="*/ 769646 f62 1"/>
                <a:gd name="f89" fmla="*/ 1516288 f61 1"/>
                <a:gd name="f90" fmla="*/ 3149 f62 1"/>
                <a:gd name="f91" fmla="*/ 85252 f61 1"/>
                <a:gd name="f92" fmla="*/ f63 1 f2"/>
                <a:gd name="f93" fmla="*/ f66 1 5270786"/>
                <a:gd name="f94" fmla="*/ f67 1 2927775"/>
                <a:gd name="f95" fmla="*/ f68 1 5270786"/>
                <a:gd name="f96" fmla="*/ f69 1 5270786"/>
                <a:gd name="f97" fmla="*/ f70 1 2927775"/>
                <a:gd name="f98" fmla="*/ f71 1 5270786"/>
                <a:gd name="f99" fmla="*/ f72 1 2927775"/>
                <a:gd name="f100" fmla="*/ f73 1 5270786"/>
                <a:gd name="f101" fmla="*/ f74 1 2927775"/>
                <a:gd name="f102" fmla="*/ f75 1 5270786"/>
                <a:gd name="f103" fmla="*/ f76 1 2927775"/>
                <a:gd name="f104" fmla="*/ f77 1 5270786"/>
                <a:gd name="f105" fmla="*/ f78 1 2927775"/>
                <a:gd name="f106" fmla="*/ f79 1 5270786"/>
                <a:gd name="f107" fmla="*/ f80 1 2927775"/>
                <a:gd name="f108" fmla="*/ f81 1 5270786"/>
                <a:gd name="f109" fmla="*/ f82 1 2927775"/>
                <a:gd name="f110" fmla="*/ f83 1 2927775"/>
                <a:gd name="f111" fmla="*/ f84 1 5270786"/>
                <a:gd name="f112" fmla="*/ f85 1 2927775"/>
                <a:gd name="f113" fmla="*/ f86 1 5270786"/>
                <a:gd name="f114" fmla="*/ f87 1 2927775"/>
                <a:gd name="f115" fmla="*/ f88 1 5270786"/>
                <a:gd name="f116" fmla="*/ f89 1 2927775"/>
                <a:gd name="f117" fmla="*/ f90 1 5270786"/>
                <a:gd name="f118" fmla="*/ f91 1 2927775"/>
                <a:gd name="f119" fmla="*/ f5 1 f64"/>
                <a:gd name="f120" fmla="*/ f6 1 f64"/>
                <a:gd name="f121" fmla="*/ f5 1 f65"/>
                <a:gd name="f122" fmla="*/ f7 1 f65"/>
                <a:gd name="f123" fmla="+- f92 0 f1"/>
                <a:gd name="f124" fmla="*/ f93 1 f64"/>
                <a:gd name="f125" fmla="*/ f94 1 f65"/>
                <a:gd name="f126" fmla="*/ f95 1 f64"/>
                <a:gd name="f127" fmla="*/ f96 1 f64"/>
                <a:gd name="f128" fmla="*/ f97 1 f65"/>
                <a:gd name="f129" fmla="*/ f98 1 f64"/>
                <a:gd name="f130" fmla="*/ f99 1 f65"/>
                <a:gd name="f131" fmla="*/ f100 1 f64"/>
                <a:gd name="f132" fmla="*/ f101 1 f65"/>
                <a:gd name="f133" fmla="*/ f102 1 f64"/>
                <a:gd name="f134" fmla="*/ f103 1 f65"/>
                <a:gd name="f135" fmla="*/ f104 1 f64"/>
                <a:gd name="f136" fmla="*/ f105 1 f65"/>
                <a:gd name="f137" fmla="*/ f106 1 f64"/>
                <a:gd name="f138" fmla="*/ f107 1 f65"/>
                <a:gd name="f139" fmla="*/ f108 1 f64"/>
                <a:gd name="f140" fmla="*/ f109 1 f65"/>
                <a:gd name="f141" fmla="*/ f110 1 f65"/>
                <a:gd name="f142" fmla="*/ f111 1 f64"/>
                <a:gd name="f143" fmla="*/ f112 1 f65"/>
                <a:gd name="f144" fmla="*/ f113 1 f64"/>
                <a:gd name="f145" fmla="*/ f114 1 f65"/>
                <a:gd name="f146" fmla="*/ f115 1 f64"/>
                <a:gd name="f147" fmla="*/ f116 1 f65"/>
                <a:gd name="f148" fmla="*/ f117 1 f64"/>
                <a:gd name="f149" fmla="*/ f118 1 f65"/>
                <a:gd name="f150" fmla="*/ f119 f59 1"/>
                <a:gd name="f151" fmla="*/ f120 f59 1"/>
                <a:gd name="f152" fmla="*/ f122 f60 1"/>
                <a:gd name="f153" fmla="*/ f121 f60 1"/>
                <a:gd name="f154" fmla="*/ f124 f59 1"/>
                <a:gd name="f155" fmla="*/ f125 f60 1"/>
                <a:gd name="f156" fmla="*/ f126 f59 1"/>
                <a:gd name="f157" fmla="*/ f127 f59 1"/>
                <a:gd name="f158" fmla="*/ f128 f60 1"/>
                <a:gd name="f159" fmla="*/ f129 f59 1"/>
                <a:gd name="f160" fmla="*/ f130 f60 1"/>
                <a:gd name="f161" fmla="*/ f131 f59 1"/>
                <a:gd name="f162" fmla="*/ f132 f60 1"/>
                <a:gd name="f163" fmla="*/ f133 f59 1"/>
                <a:gd name="f164" fmla="*/ f134 f60 1"/>
                <a:gd name="f165" fmla="*/ f135 f59 1"/>
                <a:gd name="f166" fmla="*/ f136 f60 1"/>
                <a:gd name="f167" fmla="*/ f137 f59 1"/>
                <a:gd name="f168" fmla="*/ f138 f60 1"/>
                <a:gd name="f169" fmla="*/ f139 f59 1"/>
                <a:gd name="f170" fmla="*/ f140 f60 1"/>
                <a:gd name="f171" fmla="*/ f141 f60 1"/>
                <a:gd name="f172" fmla="*/ f142 f59 1"/>
                <a:gd name="f173" fmla="*/ f143 f60 1"/>
                <a:gd name="f174" fmla="*/ f144 f59 1"/>
                <a:gd name="f175" fmla="*/ f145 f60 1"/>
                <a:gd name="f176" fmla="*/ f146 f59 1"/>
                <a:gd name="f177" fmla="*/ f147 f60 1"/>
                <a:gd name="f178" fmla="*/ f148 f59 1"/>
                <a:gd name="f179" fmla="*/ f149 f60 1"/>
              </a:gdLst>
              <a:ahLst/>
              <a:cxnLst>
                <a:cxn ang="3cd4">
                  <a:pos x="hc" y="t"/>
                </a:cxn>
                <a:cxn ang="0">
                  <a:pos x="r" y="vc"/>
                </a:cxn>
                <a:cxn ang="cd4">
                  <a:pos x="hc" y="b"/>
                </a:cxn>
                <a:cxn ang="cd2">
                  <a:pos x="l" y="vc"/>
                </a:cxn>
                <a:cxn ang="f123">
                  <a:pos x="f154" y="f155"/>
                </a:cxn>
                <a:cxn ang="f123">
                  <a:pos x="f156" y="f155"/>
                </a:cxn>
                <a:cxn ang="f123">
                  <a:pos x="f157" y="f158"/>
                </a:cxn>
                <a:cxn ang="f123">
                  <a:pos x="f159" y="f160"/>
                </a:cxn>
                <a:cxn ang="f123">
                  <a:pos x="f161" y="f162"/>
                </a:cxn>
                <a:cxn ang="f123">
                  <a:pos x="f163" y="f164"/>
                </a:cxn>
                <a:cxn ang="f123">
                  <a:pos x="f165" y="f166"/>
                </a:cxn>
                <a:cxn ang="f123">
                  <a:pos x="f167" y="f168"/>
                </a:cxn>
                <a:cxn ang="f123">
                  <a:pos x="f169" y="f170"/>
                </a:cxn>
                <a:cxn ang="f123">
                  <a:pos x="f169" y="f171"/>
                </a:cxn>
                <a:cxn ang="f123">
                  <a:pos x="f172" y="f173"/>
                </a:cxn>
                <a:cxn ang="f123">
                  <a:pos x="f174" y="f175"/>
                </a:cxn>
                <a:cxn ang="f123">
                  <a:pos x="f176" y="f177"/>
                </a:cxn>
                <a:cxn ang="f123">
                  <a:pos x="f178" y="f179"/>
                </a:cxn>
              </a:cxnLst>
              <a:rect l="f150" t="f153" r="f151" b="f15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6"/>
                  </a:cubicBezTo>
                  <a:cubicBezTo>
                    <a:pt x="f28" y="f26"/>
                    <a:pt x="f29" y="f30"/>
                    <a:pt x="f31" y="f32"/>
                  </a:cubicBezTo>
                  <a:cubicBezTo>
                    <a:pt x="f33" y="f34"/>
                    <a:pt x="f35" y="f36"/>
                    <a:pt x="f37" y="f38"/>
                  </a:cubicBezTo>
                  <a:lnTo>
                    <a:pt x="f6" y="f39"/>
                  </a:lnTo>
                  <a:lnTo>
                    <a:pt x="f6" y="f40"/>
                  </a:lnTo>
                  <a:lnTo>
                    <a:pt x="f41" y="f42"/>
                  </a:lnTo>
                  <a:cubicBezTo>
                    <a:pt x="f43" y="f44"/>
                    <a:pt x="f45" y="f7"/>
                    <a:pt x="f46" y="f7"/>
                  </a:cubicBezTo>
                  <a:cubicBezTo>
                    <a:pt x="f47" y="f7"/>
                    <a:pt x="f48" y="f49"/>
                    <a:pt x="f50" y="f51"/>
                  </a:cubicBezTo>
                  <a:cubicBezTo>
                    <a:pt x="f52" y="f53"/>
                    <a:pt x="f54" y="f55"/>
                    <a:pt x="f56" y="f57"/>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4" name="Freeform: Shape 21">
              <a:extLst>
                <a:ext uri="{FF2B5EF4-FFF2-40B4-BE49-F238E27FC236}">
                  <a16:creationId xmlns:a16="http://schemas.microsoft.com/office/drawing/2014/main" id="{F8F862A4-8095-238D-E3F5-4EF70E2C7761}"/>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736294"/>
                <a:gd name="f9" fmla="val 740298"/>
                <a:gd name="f10" fmla="val 72745"/>
                <a:gd name="f11" fmla="val 768839"/>
                <a:gd name="f12" fmla="val 319371"/>
                <a:gd name="f13" fmla="val 898885"/>
                <a:gd name="f14" fmla="val 497858"/>
                <a:gd name="f15" fmla="val 1153024"/>
                <a:gd name="f16" fmla="val 826989"/>
                <a:gd name="f17" fmla="val 1225727"/>
                <a:gd name="f18" fmla="val 921142"/>
                <a:gd name="f19" fmla="val 1300882"/>
                <a:gd name="f20" fmla="val 1018537"/>
                <a:gd name="f21" fmla="val 1378368"/>
                <a:gd name="f22" fmla="val 1126356"/>
                <a:gd name="f23" fmla="val 1652384"/>
                <a:gd name="f24" fmla="val 1507833"/>
                <a:gd name="f25" fmla="val 1933512"/>
                <a:gd name="f26" fmla="val 1779060"/>
                <a:gd name="f27" fmla="val 2238056"/>
                <a:gd name="f28" fmla="val 1955322"/>
                <a:gd name="f29" fmla="val 2560868"/>
                <a:gd name="f30" fmla="val 2142238"/>
                <a:gd name="f31" fmla="val 2930637"/>
                <a:gd name="f32" fmla="val 2233033"/>
                <a:gd name="f33" fmla="val 3368327"/>
                <a:gd name="f34" fmla="val 3616720"/>
                <a:gd name="f35" fmla="val 3847703"/>
                <a:gd name="f36" fmla="val 2176866"/>
                <a:gd name="f37" fmla="val 4095360"/>
                <a:gd name="f38" fmla="val 2056192"/>
                <a:gd name="f39" fmla="val 4349636"/>
                <a:gd name="f40" fmla="val 1932276"/>
                <a:gd name="f41" fmla="val 4601340"/>
                <a:gd name="f42" fmla="val 1751613"/>
                <a:gd name="f43" fmla="val 4880506"/>
                <a:gd name="f44" fmla="val 1545587"/>
                <a:gd name="f45" fmla="val 4945974"/>
                <a:gd name="f46" fmla="val 1497295"/>
                <a:gd name="f47" fmla="val 5011199"/>
                <a:gd name="f48" fmla="val 1449697"/>
                <a:gd name="f49" fmla="val 5074340"/>
                <a:gd name="f50" fmla="val 1403721"/>
                <a:gd name="f51" fmla="val 1259367"/>
                <a:gd name="f52" fmla="val 2138641"/>
                <a:gd name="f53" fmla="val 5112925"/>
                <a:gd name="f54" fmla="val 2253730"/>
                <a:gd name="f55" fmla="val 4598179"/>
                <a:gd name="f56" fmla="val 2621786"/>
                <a:gd name="f57" fmla="val 4074961"/>
                <a:gd name="f58" fmla="val 2170746"/>
                <a:gd name="f59" fmla="val 1393203"/>
                <a:gd name="f60" fmla="val 2384512"/>
                <a:gd name="f61" fmla="val 769646"/>
                <a:gd name="f62" fmla="val 1516288"/>
                <a:gd name="f63" fmla="val 418850"/>
                <a:gd name="f64" fmla="val 1027932"/>
                <a:gd name="f65" fmla="val 48120"/>
                <a:gd name="f66" fmla="val 683401"/>
                <a:gd name="f67" fmla="val 3149"/>
                <a:gd name="f68" fmla="val 85252"/>
                <a:gd name="f69" fmla="+- 0 0 -90"/>
                <a:gd name="f70" fmla="*/ f3 1 5270786"/>
                <a:gd name="f71" fmla="*/ f4 1 2927775"/>
                <a:gd name="f72" fmla="+- f7 0 f5"/>
                <a:gd name="f73" fmla="+- f6 0 f5"/>
                <a:gd name="f74" fmla="*/ f69 f0 1"/>
                <a:gd name="f75" fmla="*/ f73 1 5270786"/>
                <a:gd name="f76" fmla="*/ f72 1 2927775"/>
                <a:gd name="f77" fmla="*/ 0 f73 1"/>
                <a:gd name="f78" fmla="*/ 0 f72 1"/>
                <a:gd name="f79" fmla="*/ 736294 f73 1"/>
                <a:gd name="f80" fmla="*/ 740298 f73 1"/>
                <a:gd name="f81" fmla="*/ 72745 f72 1"/>
                <a:gd name="f82" fmla="*/ 1153024 f73 1"/>
                <a:gd name="f83" fmla="*/ 826989 f72 1"/>
                <a:gd name="f84" fmla="*/ 1378368 f73 1"/>
                <a:gd name="f85" fmla="*/ 1126356 f72 1"/>
                <a:gd name="f86" fmla="*/ 2238056 f73 1"/>
                <a:gd name="f87" fmla="*/ 1955322 f72 1"/>
                <a:gd name="f88" fmla="*/ 3368327 f73 1"/>
                <a:gd name="f89" fmla="*/ 2233033 f72 1"/>
                <a:gd name="f90" fmla="*/ 4095360 f73 1"/>
                <a:gd name="f91" fmla="*/ 2056192 f72 1"/>
                <a:gd name="f92" fmla="*/ 4880506 f73 1"/>
                <a:gd name="f93" fmla="*/ 1545587 f72 1"/>
                <a:gd name="f94" fmla="*/ 5074340 f73 1"/>
                <a:gd name="f95" fmla="*/ 1403721 f72 1"/>
                <a:gd name="f96" fmla="*/ 5270786 f73 1"/>
                <a:gd name="f97" fmla="*/ 1259367 f72 1"/>
                <a:gd name="f98" fmla="*/ 2138641 f72 1"/>
                <a:gd name="f99" fmla="*/ 5112925 f73 1"/>
                <a:gd name="f100" fmla="*/ 2253730 f72 1"/>
                <a:gd name="f101" fmla="*/ 2927775 f72 1"/>
                <a:gd name="f102" fmla="*/ 769646 f73 1"/>
                <a:gd name="f103" fmla="*/ 1516288 f72 1"/>
                <a:gd name="f104" fmla="*/ 3149 f73 1"/>
                <a:gd name="f105" fmla="*/ 85252 f72 1"/>
                <a:gd name="f106" fmla="*/ f74 1 f2"/>
                <a:gd name="f107" fmla="*/ f77 1 5270786"/>
                <a:gd name="f108" fmla="*/ f78 1 2927775"/>
                <a:gd name="f109" fmla="*/ f79 1 5270786"/>
                <a:gd name="f110" fmla="*/ f80 1 5270786"/>
                <a:gd name="f111" fmla="*/ f81 1 2927775"/>
                <a:gd name="f112" fmla="*/ f82 1 5270786"/>
                <a:gd name="f113" fmla="*/ f83 1 2927775"/>
                <a:gd name="f114" fmla="*/ f84 1 5270786"/>
                <a:gd name="f115" fmla="*/ f85 1 2927775"/>
                <a:gd name="f116" fmla="*/ f86 1 5270786"/>
                <a:gd name="f117" fmla="*/ f87 1 2927775"/>
                <a:gd name="f118" fmla="*/ f88 1 5270786"/>
                <a:gd name="f119" fmla="*/ f89 1 2927775"/>
                <a:gd name="f120" fmla="*/ f90 1 5270786"/>
                <a:gd name="f121" fmla="*/ f91 1 2927775"/>
                <a:gd name="f122" fmla="*/ f92 1 5270786"/>
                <a:gd name="f123" fmla="*/ f93 1 2927775"/>
                <a:gd name="f124" fmla="*/ f94 1 5270786"/>
                <a:gd name="f125" fmla="*/ f95 1 2927775"/>
                <a:gd name="f126" fmla="*/ f96 1 5270786"/>
                <a:gd name="f127" fmla="*/ f97 1 2927775"/>
                <a:gd name="f128" fmla="*/ f98 1 2927775"/>
                <a:gd name="f129" fmla="*/ f99 1 5270786"/>
                <a:gd name="f130" fmla="*/ f100 1 2927775"/>
                <a:gd name="f131" fmla="*/ f101 1 2927775"/>
                <a:gd name="f132" fmla="*/ f102 1 5270786"/>
                <a:gd name="f133" fmla="*/ f103 1 2927775"/>
                <a:gd name="f134" fmla="*/ f104 1 5270786"/>
                <a:gd name="f135" fmla="*/ f105 1 2927775"/>
                <a:gd name="f136" fmla="*/ f5 1 f75"/>
                <a:gd name="f137" fmla="*/ f6 1 f75"/>
                <a:gd name="f138" fmla="*/ f5 1 f76"/>
                <a:gd name="f139" fmla="*/ f7 1 f76"/>
                <a:gd name="f140" fmla="+- f106 0 f1"/>
                <a:gd name="f141" fmla="*/ f107 1 f75"/>
                <a:gd name="f142" fmla="*/ f108 1 f76"/>
                <a:gd name="f143" fmla="*/ f109 1 f75"/>
                <a:gd name="f144" fmla="*/ f110 1 f75"/>
                <a:gd name="f145" fmla="*/ f111 1 f76"/>
                <a:gd name="f146" fmla="*/ f112 1 f75"/>
                <a:gd name="f147" fmla="*/ f113 1 f76"/>
                <a:gd name="f148" fmla="*/ f114 1 f75"/>
                <a:gd name="f149" fmla="*/ f115 1 f76"/>
                <a:gd name="f150" fmla="*/ f116 1 f75"/>
                <a:gd name="f151" fmla="*/ f117 1 f76"/>
                <a:gd name="f152" fmla="*/ f118 1 f75"/>
                <a:gd name="f153" fmla="*/ f119 1 f76"/>
                <a:gd name="f154" fmla="*/ f120 1 f75"/>
                <a:gd name="f155" fmla="*/ f121 1 f76"/>
                <a:gd name="f156" fmla="*/ f122 1 f75"/>
                <a:gd name="f157" fmla="*/ f123 1 f76"/>
                <a:gd name="f158" fmla="*/ f124 1 f75"/>
                <a:gd name="f159" fmla="*/ f125 1 f76"/>
                <a:gd name="f160" fmla="*/ f126 1 f75"/>
                <a:gd name="f161" fmla="*/ f127 1 f76"/>
                <a:gd name="f162" fmla="*/ f128 1 f76"/>
                <a:gd name="f163" fmla="*/ f129 1 f75"/>
                <a:gd name="f164" fmla="*/ f130 1 f76"/>
                <a:gd name="f165" fmla="*/ f131 1 f76"/>
                <a:gd name="f166" fmla="*/ f132 1 f75"/>
                <a:gd name="f167" fmla="*/ f133 1 f76"/>
                <a:gd name="f168" fmla="*/ f134 1 f75"/>
                <a:gd name="f169" fmla="*/ f135 1 f76"/>
                <a:gd name="f170" fmla="*/ f136 f70 1"/>
                <a:gd name="f171" fmla="*/ f137 f70 1"/>
                <a:gd name="f172" fmla="*/ f139 f71 1"/>
                <a:gd name="f173" fmla="*/ f138 f71 1"/>
                <a:gd name="f174" fmla="*/ f141 f70 1"/>
                <a:gd name="f175" fmla="*/ f142 f71 1"/>
                <a:gd name="f176" fmla="*/ f143 f70 1"/>
                <a:gd name="f177" fmla="*/ f144 f70 1"/>
                <a:gd name="f178" fmla="*/ f145 f71 1"/>
                <a:gd name="f179" fmla="*/ f146 f70 1"/>
                <a:gd name="f180" fmla="*/ f147 f71 1"/>
                <a:gd name="f181" fmla="*/ f148 f70 1"/>
                <a:gd name="f182" fmla="*/ f149 f71 1"/>
                <a:gd name="f183" fmla="*/ f150 f70 1"/>
                <a:gd name="f184" fmla="*/ f151 f71 1"/>
                <a:gd name="f185" fmla="*/ f152 f70 1"/>
                <a:gd name="f186" fmla="*/ f153 f71 1"/>
                <a:gd name="f187" fmla="*/ f154 f70 1"/>
                <a:gd name="f188" fmla="*/ f155 f71 1"/>
                <a:gd name="f189" fmla="*/ f156 f70 1"/>
                <a:gd name="f190" fmla="*/ f157 f71 1"/>
                <a:gd name="f191" fmla="*/ f158 f70 1"/>
                <a:gd name="f192" fmla="*/ f159 f71 1"/>
                <a:gd name="f193" fmla="*/ f160 f70 1"/>
                <a:gd name="f194" fmla="*/ f161 f71 1"/>
                <a:gd name="f195" fmla="*/ f162 f71 1"/>
                <a:gd name="f196" fmla="*/ f163 f70 1"/>
                <a:gd name="f197" fmla="*/ f164 f71 1"/>
                <a:gd name="f198" fmla="*/ f165 f71 1"/>
                <a:gd name="f199" fmla="*/ f166 f70 1"/>
                <a:gd name="f200" fmla="*/ f167 f71 1"/>
                <a:gd name="f201" fmla="*/ f168 f70 1"/>
                <a:gd name="f202" fmla="*/ f169 f71 1"/>
              </a:gdLst>
              <a:ahLst/>
              <a:cxnLst>
                <a:cxn ang="3cd4">
                  <a:pos x="hc" y="t"/>
                </a:cxn>
                <a:cxn ang="0">
                  <a:pos x="r" y="vc"/>
                </a:cxn>
                <a:cxn ang="cd4">
                  <a:pos x="hc" y="b"/>
                </a:cxn>
                <a:cxn ang="cd2">
                  <a:pos x="l" y="vc"/>
                </a:cxn>
                <a:cxn ang="f140">
                  <a:pos x="f174" y="f175"/>
                </a:cxn>
                <a:cxn ang="f140">
                  <a:pos x="f176" y="f175"/>
                </a:cxn>
                <a:cxn ang="f140">
                  <a:pos x="f177" y="f178"/>
                </a:cxn>
                <a:cxn ang="f140">
                  <a:pos x="f179" y="f180"/>
                </a:cxn>
                <a:cxn ang="f140">
                  <a:pos x="f181" y="f182"/>
                </a:cxn>
                <a:cxn ang="f140">
                  <a:pos x="f183" y="f184"/>
                </a:cxn>
                <a:cxn ang="f140">
                  <a:pos x="f185" y="f186"/>
                </a:cxn>
                <a:cxn ang="f140">
                  <a:pos x="f187" y="f188"/>
                </a:cxn>
                <a:cxn ang="f140">
                  <a:pos x="f189" y="f190"/>
                </a:cxn>
                <a:cxn ang="f140">
                  <a:pos x="f191" y="f192"/>
                </a:cxn>
                <a:cxn ang="f140">
                  <a:pos x="f193" y="f194"/>
                </a:cxn>
                <a:cxn ang="f140">
                  <a:pos x="f193" y="f195"/>
                </a:cxn>
                <a:cxn ang="f140">
                  <a:pos x="f196" y="f197"/>
                </a:cxn>
                <a:cxn ang="f140">
                  <a:pos x="f185" y="f198"/>
                </a:cxn>
                <a:cxn ang="f140">
                  <a:pos x="f199" y="f200"/>
                </a:cxn>
                <a:cxn ang="f140">
                  <a:pos x="f201" y="f202"/>
                </a:cxn>
              </a:cxnLst>
              <a:rect l="f170" t="f173" r="f171" b="f17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2"/>
                  </a:cubicBezTo>
                  <a:cubicBezTo>
                    <a:pt x="f34" y="f32"/>
                    <a:pt x="f35" y="f36"/>
                    <a:pt x="f37" y="f38"/>
                  </a:cubicBezTo>
                  <a:cubicBezTo>
                    <a:pt x="f39" y="f40"/>
                    <a:pt x="f41" y="f42"/>
                    <a:pt x="f43" y="f44"/>
                  </a:cubicBezTo>
                  <a:cubicBezTo>
                    <a:pt x="f45" y="f46"/>
                    <a:pt x="f47" y="f48"/>
                    <a:pt x="f49" y="f50"/>
                  </a:cubicBezTo>
                  <a:lnTo>
                    <a:pt x="f6" y="f51"/>
                  </a:lnTo>
                  <a:lnTo>
                    <a:pt x="f6" y="f52"/>
                  </a:lnTo>
                  <a:lnTo>
                    <a:pt x="f53" y="f54"/>
                  </a:lnTo>
                  <a:cubicBezTo>
                    <a:pt x="f55" y="f56"/>
                    <a:pt x="f57" y="f7"/>
                    <a:pt x="f33" y="f7"/>
                  </a:cubicBezTo>
                  <a:cubicBezTo>
                    <a:pt x="f58" y="f7"/>
                    <a:pt x="f59" y="f60"/>
                    <a:pt x="f61" y="f62"/>
                  </a:cubicBezTo>
                  <a:cubicBezTo>
                    <a:pt x="f63" y="f64"/>
                    <a:pt x="f65" y="f66"/>
                    <a:pt x="f67" y="f68"/>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sp>
        <p:nvSpPr>
          <p:cNvPr id="15" name="Rectangle 3">
            <a:extLst>
              <a:ext uri="{FF2B5EF4-FFF2-40B4-BE49-F238E27FC236}">
                <a16:creationId xmlns:a16="http://schemas.microsoft.com/office/drawing/2014/main" id="{806F3771-3371-DF7B-FE84-66550384A00E}"/>
              </a:ext>
            </a:extLst>
          </p:cNvPr>
          <p:cNvSpPr/>
          <p:nvPr/>
        </p:nvSpPr>
        <p:spPr>
          <a:xfrm>
            <a:off x="3602671" y="1809140"/>
            <a:ext cx="4570034"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Situation/ triggering event</a:t>
            </a:r>
          </a:p>
        </p:txBody>
      </p:sp>
      <p:sp>
        <p:nvSpPr>
          <p:cNvPr id="16" name="Rectangle 4">
            <a:extLst>
              <a:ext uri="{FF2B5EF4-FFF2-40B4-BE49-F238E27FC236}">
                <a16:creationId xmlns:a16="http://schemas.microsoft.com/office/drawing/2014/main" id="{64CF3978-F360-736B-BD78-A8133EC622BC}"/>
              </a:ext>
            </a:extLst>
          </p:cNvPr>
          <p:cNvSpPr/>
          <p:nvPr/>
        </p:nvSpPr>
        <p:spPr>
          <a:xfrm>
            <a:off x="4779696" y="2838517"/>
            <a:ext cx="2071399"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Thoughts</a:t>
            </a:r>
          </a:p>
        </p:txBody>
      </p:sp>
      <p:sp>
        <p:nvSpPr>
          <p:cNvPr id="17" name="Rectangle 5">
            <a:extLst>
              <a:ext uri="{FF2B5EF4-FFF2-40B4-BE49-F238E27FC236}">
                <a16:creationId xmlns:a16="http://schemas.microsoft.com/office/drawing/2014/main" id="{AE700946-8C83-A2FC-4CD0-F78D2695578D}"/>
              </a:ext>
            </a:extLst>
          </p:cNvPr>
          <p:cNvSpPr/>
          <p:nvPr/>
        </p:nvSpPr>
        <p:spPr>
          <a:xfrm>
            <a:off x="8277770" y="3858548"/>
            <a:ext cx="1987420"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Feelings</a:t>
            </a:r>
          </a:p>
        </p:txBody>
      </p:sp>
      <p:sp>
        <p:nvSpPr>
          <p:cNvPr id="18" name="Rectangle 6">
            <a:extLst>
              <a:ext uri="{FF2B5EF4-FFF2-40B4-BE49-F238E27FC236}">
                <a16:creationId xmlns:a16="http://schemas.microsoft.com/office/drawing/2014/main" id="{CFBEB0F1-BD6D-103F-2E72-EDC95BF024E6}"/>
              </a:ext>
            </a:extLst>
          </p:cNvPr>
          <p:cNvSpPr/>
          <p:nvPr/>
        </p:nvSpPr>
        <p:spPr>
          <a:xfrm>
            <a:off x="4509107" y="5304105"/>
            <a:ext cx="2612568"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Physical sensations</a:t>
            </a:r>
          </a:p>
        </p:txBody>
      </p:sp>
      <p:sp>
        <p:nvSpPr>
          <p:cNvPr id="19" name="Rectangle 8">
            <a:extLst>
              <a:ext uri="{FF2B5EF4-FFF2-40B4-BE49-F238E27FC236}">
                <a16:creationId xmlns:a16="http://schemas.microsoft.com/office/drawing/2014/main" id="{3465587F-257F-5DEB-EA87-672DBF2B7B12}"/>
              </a:ext>
            </a:extLst>
          </p:cNvPr>
          <p:cNvSpPr/>
          <p:nvPr/>
        </p:nvSpPr>
        <p:spPr>
          <a:xfrm>
            <a:off x="1115046" y="4090623"/>
            <a:ext cx="2799179"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Behaviour/ how I respond to the trigger</a:t>
            </a:r>
          </a:p>
        </p:txBody>
      </p:sp>
      <p:cxnSp>
        <p:nvCxnSpPr>
          <p:cNvPr id="20" name="Straight Arrow Connector 16">
            <a:extLst>
              <a:ext uri="{FF2B5EF4-FFF2-40B4-BE49-F238E27FC236}">
                <a16:creationId xmlns:a16="http://schemas.microsoft.com/office/drawing/2014/main" id="{E2F07657-5150-2F57-82D0-EF1EEC804CE8}"/>
              </a:ext>
            </a:extLst>
          </p:cNvPr>
          <p:cNvCxnSpPr/>
          <p:nvPr/>
        </p:nvCxnSpPr>
        <p:spPr>
          <a:xfrm>
            <a:off x="7133389" y="3093899"/>
            <a:ext cx="1039317" cy="659018"/>
          </a:xfrm>
          <a:prstGeom prst="straightConnector1">
            <a:avLst/>
          </a:prstGeom>
          <a:noFill/>
          <a:ln w="6345" cap="flat">
            <a:solidFill>
              <a:srgbClr val="4472C4"/>
            </a:solidFill>
            <a:prstDash val="solid"/>
            <a:miter/>
            <a:headEnd type="arrow"/>
            <a:tailEnd type="arrow"/>
          </a:ln>
        </p:spPr>
      </p:cxnSp>
      <p:cxnSp>
        <p:nvCxnSpPr>
          <p:cNvPr id="21" name="Straight Arrow Connector 23">
            <a:extLst>
              <a:ext uri="{FF2B5EF4-FFF2-40B4-BE49-F238E27FC236}">
                <a16:creationId xmlns:a16="http://schemas.microsoft.com/office/drawing/2014/main" id="{7F96CFCC-0F16-1C11-7D4D-C61B1C83018C}"/>
              </a:ext>
            </a:extLst>
          </p:cNvPr>
          <p:cNvCxnSpPr/>
          <p:nvPr/>
        </p:nvCxnSpPr>
        <p:spPr>
          <a:xfrm flipH="1">
            <a:off x="7572448" y="5164842"/>
            <a:ext cx="797722" cy="596463"/>
          </a:xfrm>
          <a:prstGeom prst="straightConnector1">
            <a:avLst/>
          </a:prstGeom>
          <a:noFill/>
          <a:ln w="6345" cap="flat">
            <a:solidFill>
              <a:srgbClr val="4472C4"/>
            </a:solidFill>
            <a:prstDash val="solid"/>
            <a:miter/>
            <a:headEnd type="arrow"/>
            <a:tailEnd type="arrow"/>
          </a:ln>
        </p:spPr>
      </p:cxnSp>
      <p:cxnSp>
        <p:nvCxnSpPr>
          <p:cNvPr id="22" name="Straight Arrow Connector 25">
            <a:extLst>
              <a:ext uri="{FF2B5EF4-FFF2-40B4-BE49-F238E27FC236}">
                <a16:creationId xmlns:a16="http://schemas.microsoft.com/office/drawing/2014/main" id="{525C456A-D21B-84AC-D6EB-449711143830}"/>
              </a:ext>
            </a:extLst>
          </p:cNvPr>
          <p:cNvCxnSpPr/>
          <p:nvPr/>
        </p:nvCxnSpPr>
        <p:spPr>
          <a:xfrm>
            <a:off x="3341409" y="5168463"/>
            <a:ext cx="914400" cy="914400"/>
          </a:xfrm>
          <a:prstGeom prst="straightConnector1">
            <a:avLst/>
          </a:prstGeom>
          <a:noFill/>
          <a:ln w="6345" cap="flat">
            <a:solidFill>
              <a:srgbClr val="4472C4"/>
            </a:solidFill>
            <a:prstDash val="solid"/>
            <a:miter/>
            <a:headEnd type="arrow"/>
            <a:tailEnd type="arrow"/>
          </a:ln>
        </p:spPr>
      </p:cxnSp>
      <p:cxnSp>
        <p:nvCxnSpPr>
          <p:cNvPr id="23" name="Straight Arrow Connector 27">
            <a:extLst>
              <a:ext uri="{FF2B5EF4-FFF2-40B4-BE49-F238E27FC236}">
                <a16:creationId xmlns:a16="http://schemas.microsoft.com/office/drawing/2014/main" id="{08BE832A-F6E7-1C73-F9C0-F6D2C282DEAB}"/>
              </a:ext>
            </a:extLst>
          </p:cNvPr>
          <p:cNvCxnSpPr/>
          <p:nvPr/>
        </p:nvCxnSpPr>
        <p:spPr>
          <a:xfrm flipV="1">
            <a:off x="3331031" y="3192828"/>
            <a:ext cx="1115440" cy="661038"/>
          </a:xfrm>
          <a:prstGeom prst="straightConnector1">
            <a:avLst/>
          </a:prstGeom>
          <a:noFill/>
          <a:ln w="6345" cap="flat">
            <a:solidFill>
              <a:srgbClr val="4472C4"/>
            </a:solidFill>
            <a:prstDash val="solid"/>
            <a:miter/>
            <a:headEnd type="arrow"/>
            <a:tailEnd type="arrow"/>
          </a:ln>
        </p:spPr>
      </p:cxnSp>
      <p:cxnSp>
        <p:nvCxnSpPr>
          <p:cNvPr id="24" name="Straight Arrow Connector 35">
            <a:extLst>
              <a:ext uri="{FF2B5EF4-FFF2-40B4-BE49-F238E27FC236}">
                <a16:creationId xmlns:a16="http://schemas.microsoft.com/office/drawing/2014/main" id="{91A7A5CA-B02D-65BF-73B0-F0E8D33B83A2}"/>
              </a:ext>
            </a:extLst>
          </p:cNvPr>
          <p:cNvCxnSpPr/>
          <p:nvPr/>
        </p:nvCxnSpPr>
        <p:spPr>
          <a:xfrm>
            <a:off x="4724247" y="4547823"/>
            <a:ext cx="2121774" cy="0"/>
          </a:xfrm>
          <a:prstGeom prst="straightConnector1">
            <a:avLst/>
          </a:prstGeom>
          <a:noFill/>
          <a:ln w="6345" cap="flat">
            <a:solidFill>
              <a:srgbClr val="4472C4"/>
            </a:solidFill>
            <a:prstDash val="solid"/>
            <a:miter/>
            <a:headEnd type="arrow"/>
            <a:tailEnd type="arrow"/>
          </a:ln>
        </p:spPr>
      </p:cxnSp>
      <p:cxnSp>
        <p:nvCxnSpPr>
          <p:cNvPr id="25" name="Straight Arrow Connector 39">
            <a:extLst>
              <a:ext uri="{FF2B5EF4-FFF2-40B4-BE49-F238E27FC236}">
                <a16:creationId xmlns:a16="http://schemas.microsoft.com/office/drawing/2014/main" id="{BE35CF55-1ACC-A3DC-C3EB-0EB1E72B4B43}"/>
              </a:ext>
            </a:extLst>
          </p:cNvPr>
          <p:cNvCxnSpPr/>
          <p:nvPr/>
        </p:nvCxnSpPr>
        <p:spPr>
          <a:xfrm>
            <a:off x="5815391" y="4090623"/>
            <a:ext cx="0" cy="914400"/>
          </a:xfrm>
          <a:prstGeom prst="straightConnector1">
            <a:avLst/>
          </a:prstGeom>
          <a:noFill/>
          <a:ln w="6345" cap="flat">
            <a:solidFill>
              <a:srgbClr val="4472C4"/>
            </a:solidFill>
            <a:prstDash val="solid"/>
            <a:miter/>
            <a:headEnd type="arrow"/>
            <a:tailEnd type="arrow"/>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CD25D-3384-3972-9003-3AEF2846F3FB}"/>
              </a:ext>
            </a:extLst>
          </p:cNvPr>
          <p:cNvSpPr>
            <a:spLocks noGrp="1"/>
          </p:cNvSpPr>
          <p:nvPr>
            <p:ph type="ctrTitle"/>
          </p:nvPr>
        </p:nvSpPr>
        <p:spPr>
          <a:xfrm>
            <a:off x="6590662" y="4267832"/>
            <a:ext cx="4805996" cy="1297115"/>
          </a:xfrm>
        </p:spPr>
        <p:txBody>
          <a:bodyPr anchor="t">
            <a:normAutofit/>
          </a:bodyPr>
          <a:lstStyle/>
          <a:p>
            <a:pPr algn="l"/>
            <a:r>
              <a:rPr lang="en-US" sz="4000">
                <a:solidFill>
                  <a:schemeClr val="tx2"/>
                </a:solidFill>
              </a:rPr>
              <a:t>Thinking traps</a:t>
            </a:r>
            <a:endParaRPr lang="en-GB" sz="4000">
              <a:solidFill>
                <a:schemeClr val="tx2"/>
              </a:solidFill>
            </a:endParaRPr>
          </a:p>
        </p:txBody>
      </p:sp>
      <p:sp>
        <p:nvSpPr>
          <p:cNvPr id="3" name="Subtitle 2">
            <a:extLst>
              <a:ext uri="{FF2B5EF4-FFF2-40B4-BE49-F238E27FC236}">
                <a16:creationId xmlns:a16="http://schemas.microsoft.com/office/drawing/2014/main" id="{CF0FBF8E-1DC4-DC56-99D4-60CF65F97620}"/>
              </a:ext>
            </a:extLst>
          </p:cNvPr>
          <p:cNvSpPr>
            <a:spLocks noGrp="1"/>
          </p:cNvSpPr>
          <p:nvPr>
            <p:ph type="subTitle" idx="1"/>
          </p:nvPr>
        </p:nvSpPr>
        <p:spPr>
          <a:xfrm>
            <a:off x="6590966" y="3428999"/>
            <a:ext cx="4805691" cy="838831"/>
          </a:xfrm>
        </p:spPr>
        <p:txBody>
          <a:bodyPr anchor="b">
            <a:normAutofit/>
          </a:bodyPr>
          <a:lstStyle/>
          <a:p>
            <a:pPr algn="l"/>
            <a:endParaRPr lang="en-GB" sz="2000">
              <a:solidFill>
                <a:schemeClr val="tx2"/>
              </a:solidFill>
            </a:endParaRPr>
          </a:p>
        </p:txBody>
      </p:sp>
      <p:pic>
        <p:nvPicPr>
          <p:cNvPr id="7" name="Graphic 6" descr="Head with Gears">
            <a:extLst>
              <a:ext uri="{FF2B5EF4-FFF2-40B4-BE49-F238E27FC236}">
                <a16:creationId xmlns:a16="http://schemas.microsoft.com/office/drawing/2014/main" id="{0FF4C0DE-F855-DD1A-47D3-EA953D479C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315619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4618E-D025-AD4C-9A42-E47A50617E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B08DF-92B0-8D55-3219-F899A1A0D0A0}"/>
              </a:ext>
            </a:extLst>
          </p:cNvPr>
          <p:cNvSpPr txBox="1">
            <a:spLocks noGrp="1"/>
          </p:cNvSpPr>
          <p:nvPr>
            <p:ph type="ctrTitle"/>
          </p:nvPr>
        </p:nvSpPr>
        <p:spPr>
          <a:xfrm>
            <a:off x="1524000" y="416941"/>
            <a:ext cx="9144000" cy="428012"/>
          </a:xfrm>
        </p:spPr>
        <p:txBody>
          <a:bodyPr>
            <a:normAutofit fontScale="90000"/>
          </a:bodyPr>
          <a:lstStyle/>
          <a:p>
            <a:pPr lvl="0"/>
            <a:r>
              <a:rPr lang="en-GB" sz="5400" dirty="0"/>
              <a:t>Setting your SMART Goals</a:t>
            </a:r>
          </a:p>
        </p:txBody>
      </p:sp>
      <p:sp>
        <p:nvSpPr>
          <p:cNvPr id="3" name="Rectangle 3">
            <a:extLst>
              <a:ext uri="{FF2B5EF4-FFF2-40B4-BE49-F238E27FC236}">
                <a16:creationId xmlns:a16="http://schemas.microsoft.com/office/drawing/2014/main" id="{722CCB08-E29E-F840-8202-080E59BFA42F}"/>
              </a:ext>
            </a:extLst>
          </p:cNvPr>
          <p:cNvSpPr/>
          <p:nvPr/>
        </p:nvSpPr>
        <p:spPr>
          <a:xfrm>
            <a:off x="520996" y="844953"/>
            <a:ext cx="10244976" cy="5596107"/>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a:solidFill>
                  <a:srgbClr val="000000"/>
                </a:solidFill>
                <a:uFillTx/>
                <a:latin typeface="Calibri"/>
              </a:rPr>
              <a:t>Specific</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0" cap="none" spc="0" baseline="0">
                <a:solidFill>
                  <a:srgbClr val="000000"/>
                </a:solidFill>
                <a:uFillTx/>
                <a:latin typeface="Calibri"/>
              </a:rPr>
              <a:t>Measurable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a:solidFill>
                  <a:srgbClr val="000000"/>
                </a:solidFill>
                <a:uFillTx/>
                <a:latin typeface="Calibri"/>
              </a:rPr>
              <a:t>Attainable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0" cap="none" spc="0" baseline="0">
                <a:solidFill>
                  <a:srgbClr val="000000"/>
                </a:solidFill>
                <a:uFillTx/>
                <a:latin typeface="Calibri"/>
              </a:rPr>
              <a:t>Realistic</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a:solidFill>
                  <a:srgbClr val="000000"/>
                </a:solidFill>
                <a:uFillTx/>
                <a:latin typeface="Calibri"/>
              </a:rPr>
              <a:t>Time</a:t>
            </a:r>
            <a:endParaRPr lang="en-GB" sz="2800" b="0" i="0" u="none" strike="noStrike" kern="1200" cap="none" spc="0" baseline="0" dirty="0">
              <a:solidFill>
                <a:srgbClr val="000000"/>
              </a:solidFill>
              <a:uFillTx/>
              <a:latin typeface="Calibri"/>
            </a:endParaRPr>
          </a:p>
        </p:txBody>
      </p:sp>
    </p:spTree>
    <p:extLst>
      <p:ext uri="{BB962C8B-B14F-4D97-AF65-F5344CB8AC3E}">
        <p14:creationId xmlns:p14="http://schemas.microsoft.com/office/powerpoint/2010/main" val="1093354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EE2D-AFA1-7E00-73DB-ACDB38041FFF}"/>
              </a:ext>
            </a:extLst>
          </p:cNvPr>
          <p:cNvSpPr txBox="1">
            <a:spLocks noGrp="1"/>
          </p:cNvSpPr>
          <p:nvPr>
            <p:ph type="ctrTitle"/>
          </p:nvPr>
        </p:nvSpPr>
        <p:spPr>
          <a:xfrm>
            <a:off x="1524000" y="416941"/>
            <a:ext cx="9144000" cy="428012"/>
          </a:xfrm>
        </p:spPr>
        <p:txBody>
          <a:bodyPr>
            <a:normAutofit fontScale="90000"/>
          </a:bodyPr>
          <a:lstStyle/>
          <a:p>
            <a:pPr lvl="0"/>
            <a:r>
              <a:rPr lang="en-GB" sz="5400" dirty="0"/>
              <a:t>Setting your SMART Goals</a:t>
            </a:r>
          </a:p>
        </p:txBody>
      </p:sp>
      <p:sp>
        <p:nvSpPr>
          <p:cNvPr id="3" name="Rectangle 3">
            <a:extLst>
              <a:ext uri="{FF2B5EF4-FFF2-40B4-BE49-F238E27FC236}">
                <a16:creationId xmlns:a16="http://schemas.microsoft.com/office/drawing/2014/main" id="{05655944-1D37-9969-B09A-1DDC636BE3A7}"/>
              </a:ext>
            </a:extLst>
          </p:cNvPr>
          <p:cNvSpPr/>
          <p:nvPr/>
        </p:nvSpPr>
        <p:spPr>
          <a:xfrm>
            <a:off x="520996" y="844953"/>
            <a:ext cx="10244976" cy="5596107"/>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lvl="0">
              <a:lnSpc>
                <a:spcPct val="107000"/>
              </a:lnSpc>
            </a:pPr>
            <a:r>
              <a:rPr lang="en-GB" sz="2800" dirty="0">
                <a:solidFill>
                  <a:srgbClr val="000000"/>
                </a:solidFill>
                <a:latin typeface="Calibri" panose="020F0502020204030204" pitchFamily="34" charset="0"/>
                <a:ea typeface="Calibri" panose="020F0502020204030204" pitchFamily="34" charset="0"/>
                <a:cs typeface="Calibri" panose="020F0502020204030204" pitchFamily="34" charset="0"/>
              </a:rPr>
              <a:t>0 </a:t>
            </a: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Not Met AND  10 Met </a:t>
            </a:r>
          </a:p>
          <a:p>
            <a:pPr marL="342900" lvl="0" indent="-342900">
              <a:lnSpc>
                <a:spcPct val="107000"/>
              </a:lnSpc>
              <a:buFont typeface="+mj-lt"/>
              <a:buAutoNum type="arabicPeriod"/>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want to shut down less, be able to stop myself withdrawing (twice every fortnight). I want to feel that I can overcome it rather than be drowned by it. I want to feel less angry at myself and less inclined to hurt myself because of it. </a:t>
            </a:r>
            <a:r>
              <a:rPr lang="en-GB" sz="2800" dirty="0">
                <a:latin typeface="Calibri" panose="020F0502020204030204" pitchFamily="34" charset="0"/>
                <a:ea typeface="Calibri" panose="020F0502020204030204" pitchFamily="34" charset="0"/>
                <a:cs typeface="Arial" panose="020B0604020202020204" pitchFamily="34" charset="0"/>
              </a:rPr>
              <a:t>I try to confront the conflict but often make it worse because I don’t tend to handle it very well. </a:t>
            </a:r>
            <a:r>
              <a:rPr lang="en-GB" sz="2800" dirty="0">
                <a:highlight>
                  <a:srgbClr val="FFFF00"/>
                </a:highlight>
                <a:latin typeface="Calibri" panose="020F0502020204030204" pitchFamily="34" charset="0"/>
                <a:ea typeface="Calibri" panose="020F0502020204030204" pitchFamily="34" charset="0"/>
                <a:cs typeface="Arial" panose="020B0604020202020204" pitchFamily="34" charset="0"/>
              </a:rPr>
              <a:t>4 (3.3. 25)</a:t>
            </a:r>
          </a:p>
          <a:p>
            <a:pPr marL="342900" lvl="0" indent="-342900">
              <a:lnSpc>
                <a:spcPct val="107000"/>
              </a:lnSpc>
              <a:buFont typeface="+mj-lt"/>
              <a:buAutoNum type="arabicPeriod"/>
            </a:pPr>
            <a:endParaRPr lang="en-GB" sz="2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Font typeface="+mj-lt"/>
              <a:buAutoNum type="arabicPeriod"/>
            </a:pPr>
            <a:r>
              <a:rPr lang="en-GB" sz="2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Would like help to understand what needs to ask and approach a situation when I feel angry because of this with his partner</a:t>
            </a:r>
            <a:endParaRPr lang="en-GB" sz="28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2800" b="0" i="0" u="none" strike="noStrike" kern="1200" cap="none" spc="0" baseline="0" dirty="0">
              <a:solidFill>
                <a:srgbClr val="000000"/>
              </a:solidFill>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C4C78-9A58-400D-05FB-70D3B1CF0E0D}"/>
              </a:ext>
            </a:extLst>
          </p:cNvPr>
          <p:cNvSpPr txBox="1">
            <a:spLocks noGrp="1"/>
          </p:cNvSpPr>
          <p:nvPr>
            <p:ph type="title"/>
          </p:nvPr>
        </p:nvSpPr>
        <p:spPr/>
        <p:txBody>
          <a:bodyPr/>
          <a:lstStyle/>
          <a:p>
            <a:pPr lvl="0"/>
            <a:r>
              <a:rPr lang="en-GB"/>
              <a:t>Get your daily D.O.S.E.</a:t>
            </a:r>
          </a:p>
        </p:txBody>
      </p:sp>
      <p:pic>
        <p:nvPicPr>
          <p:cNvPr id="3" name="Content Placeholder 6">
            <a:extLst>
              <a:ext uri="{FF2B5EF4-FFF2-40B4-BE49-F238E27FC236}">
                <a16:creationId xmlns:a16="http://schemas.microsoft.com/office/drawing/2014/main" id="{ADD9E356-821F-B5C8-C0E2-E39BBD719CC3}"/>
              </a:ext>
            </a:extLst>
          </p:cNvPr>
          <p:cNvPicPr>
            <a:picLocks noGrp="1" noChangeAspect="1"/>
          </p:cNvPicPr>
          <p:nvPr>
            <p:ph idx="1"/>
          </p:nvPr>
        </p:nvPicPr>
        <p:blipFill>
          <a:blip r:embed="rId2"/>
          <a:stretch>
            <a:fillRect/>
          </a:stretch>
        </p:blipFill>
        <p:spPr>
          <a:xfrm>
            <a:off x="502920" y="1690689"/>
            <a:ext cx="4901183" cy="4463222"/>
          </a:xfrm>
        </p:spPr>
      </p:pic>
      <p:graphicFrame>
        <p:nvGraphicFramePr>
          <p:cNvPr id="4" name="Table 8">
            <a:extLst>
              <a:ext uri="{FF2B5EF4-FFF2-40B4-BE49-F238E27FC236}">
                <a16:creationId xmlns:a16="http://schemas.microsoft.com/office/drawing/2014/main" id="{C2F75D89-3A96-2787-B08B-F7470F85D4D5}"/>
              </a:ext>
            </a:extLst>
          </p:cNvPr>
          <p:cNvGraphicFramePr>
            <a:graphicFrameLocks noGrp="1"/>
          </p:cNvGraphicFramePr>
          <p:nvPr>
            <p:ph idx="2"/>
          </p:nvPr>
        </p:nvGraphicFramePr>
        <p:xfrm>
          <a:off x="5756276" y="1690689"/>
          <a:ext cx="5180000" cy="4463216"/>
        </p:xfrm>
        <a:graphic>
          <a:graphicData uri="http://schemas.openxmlformats.org/drawingml/2006/table">
            <a:tbl>
              <a:tblPr firstRow="1" bandRow="1">
                <a:effectLst/>
                <a:tableStyleId>{00A15C55-8517-42AA-B614-E9B94910E393}</a:tableStyleId>
              </a:tblPr>
              <a:tblGrid>
                <a:gridCol w="1295000">
                  <a:extLst>
                    <a:ext uri="{9D8B030D-6E8A-4147-A177-3AD203B41FA5}">
                      <a16:colId xmlns:a16="http://schemas.microsoft.com/office/drawing/2014/main" val="2720358523"/>
                    </a:ext>
                  </a:extLst>
                </a:gridCol>
                <a:gridCol w="1295000">
                  <a:extLst>
                    <a:ext uri="{9D8B030D-6E8A-4147-A177-3AD203B41FA5}">
                      <a16:colId xmlns:a16="http://schemas.microsoft.com/office/drawing/2014/main" val="1128635941"/>
                    </a:ext>
                  </a:extLst>
                </a:gridCol>
                <a:gridCol w="1295000">
                  <a:extLst>
                    <a:ext uri="{9D8B030D-6E8A-4147-A177-3AD203B41FA5}">
                      <a16:colId xmlns:a16="http://schemas.microsoft.com/office/drawing/2014/main" val="4140820247"/>
                    </a:ext>
                  </a:extLst>
                </a:gridCol>
                <a:gridCol w="1295000">
                  <a:extLst>
                    <a:ext uri="{9D8B030D-6E8A-4147-A177-3AD203B41FA5}">
                      <a16:colId xmlns:a16="http://schemas.microsoft.com/office/drawing/2014/main" val="800850952"/>
                    </a:ext>
                  </a:extLst>
                </a:gridCol>
              </a:tblGrid>
              <a:tr h="557902">
                <a:tc>
                  <a:txBody>
                    <a:bodyPr/>
                    <a:lstStyle/>
                    <a:p>
                      <a:pPr lvl="0"/>
                      <a:r>
                        <a:rPr lang="en-GB"/>
                        <a:t>Dopamine</a:t>
                      </a:r>
                    </a:p>
                  </a:txBody>
                  <a:tcPr/>
                </a:tc>
                <a:tc>
                  <a:txBody>
                    <a:bodyPr/>
                    <a:lstStyle/>
                    <a:p>
                      <a:pPr lvl="0"/>
                      <a:r>
                        <a:rPr lang="en-GB"/>
                        <a:t>Oxytocin</a:t>
                      </a:r>
                    </a:p>
                  </a:txBody>
                  <a:tcPr/>
                </a:tc>
                <a:tc>
                  <a:txBody>
                    <a:bodyPr/>
                    <a:lstStyle/>
                    <a:p>
                      <a:pPr lvl="0"/>
                      <a:r>
                        <a:rPr lang="en-GB"/>
                        <a:t>Serotonin</a:t>
                      </a:r>
                    </a:p>
                  </a:txBody>
                  <a:tcPr/>
                </a:tc>
                <a:tc>
                  <a:txBody>
                    <a:bodyPr/>
                    <a:lstStyle/>
                    <a:p>
                      <a:pPr lvl="0"/>
                      <a:r>
                        <a:rPr lang="en-GB"/>
                        <a:t>Endorphin</a:t>
                      </a:r>
                    </a:p>
                  </a:txBody>
                  <a:tcPr/>
                </a:tc>
                <a:extLst>
                  <a:ext uri="{0D108BD9-81ED-4DB2-BD59-A6C34878D82A}">
                    <a16:rowId xmlns:a16="http://schemas.microsoft.com/office/drawing/2014/main" val="2749470228"/>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170079616"/>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2283268246"/>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928326484"/>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3606753689"/>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3494981294"/>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146439310"/>
                  </a:ext>
                </a:extLst>
              </a:tr>
              <a:tr h="557902">
                <a:tc>
                  <a:txBody>
                    <a:bodyPr/>
                    <a:lstStyle/>
                    <a:p>
                      <a:pPr lvl="0"/>
                      <a:endParaRPr lang="en-GB"/>
                    </a:p>
                  </a:txBody>
                  <a:tcPr/>
                </a:tc>
                <a:tc>
                  <a:txBody>
                    <a:bodyPr/>
                    <a:lstStyle/>
                    <a:p>
                      <a:pPr lvl="0"/>
                      <a:endParaRPr lang="en-GB"/>
                    </a:p>
                  </a:txBody>
                  <a:tcPr/>
                </a:tc>
                <a:tc>
                  <a:txBody>
                    <a:bodyPr/>
                    <a:lstStyle/>
                    <a:p>
                      <a:pPr lvl="0"/>
                      <a:endParaRPr lang="en-GB"/>
                    </a:p>
                  </a:txBody>
                  <a:tcPr/>
                </a:tc>
                <a:tc>
                  <a:txBody>
                    <a:bodyPr/>
                    <a:lstStyle/>
                    <a:p>
                      <a:pPr lvl="0"/>
                      <a:endParaRPr lang="en-GB"/>
                    </a:p>
                  </a:txBody>
                  <a:tcPr/>
                </a:tc>
                <a:extLst>
                  <a:ext uri="{0D108BD9-81ED-4DB2-BD59-A6C34878D82A}">
                    <a16:rowId xmlns:a16="http://schemas.microsoft.com/office/drawing/2014/main" val="144663721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003DC801-E54D-20E1-9EC6-3CB578A43986}"/>
              </a:ext>
            </a:extLst>
          </p:cNvPr>
          <p:cNvSpPr>
            <a:spLocks noMove="1" noResize="1"/>
          </p:cNvSpPr>
          <p:nvPr/>
        </p:nvSpPr>
        <p:spPr>
          <a:xfrm>
            <a:off x="1527" y="0"/>
            <a:ext cx="12188952" cy="6858000"/>
          </a:xfrm>
          <a:prstGeom prst="rect">
            <a:avLst/>
          </a:prstGeom>
          <a:solidFill>
            <a:srgbClr val="DBEFF9">
              <a:alpha val="45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Univers"/>
            </a:endParaRPr>
          </a:p>
        </p:txBody>
      </p:sp>
      <p:sp>
        <p:nvSpPr>
          <p:cNvPr id="3" name="Rectangle 14">
            <a:extLst>
              <a:ext uri="{FF2B5EF4-FFF2-40B4-BE49-F238E27FC236}">
                <a16:creationId xmlns:a16="http://schemas.microsoft.com/office/drawing/2014/main" id="{83780599-994A-C861-5ECA-D4F69B00CEC8}"/>
              </a:ext>
            </a:extLst>
          </p:cNvPr>
          <p:cNvSpPr>
            <a:spLocks noMove="1" noResize="1"/>
          </p:cNvSpPr>
          <p:nvPr/>
        </p:nvSpPr>
        <p:spPr>
          <a:xfrm>
            <a:off x="1446279" y="685800"/>
            <a:ext cx="10744200" cy="54864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Univers"/>
            </a:endParaRPr>
          </a:p>
        </p:txBody>
      </p:sp>
      <p:cxnSp>
        <p:nvCxnSpPr>
          <p:cNvPr id="4" name="Straight Connector 16">
            <a:extLst>
              <a:ext uri="{FF2B5EF4-FFF2-40B4-BE49-F238E27FC236}">
                <a16:creationId xmlns:a16="http://schemas.microsoft.com/office/drawing/2014/main" id="{005B2195-7DB4-E4A7-4CF2-90A03C7D7D30}"/>
              </a:ext>
            </a:extLst>
          </p:cNvPr>
          <p:cNvCxnSpPr>
            <a:cxnSpLocks noMove="1" noResize="1"/>
          </p:cNvCxnSpPr>
          <p:nvPr/>
        </p:nvCxnSpPr>
        <p:spPr>
          <a:xfrm flipV="1">
            <a:off x="11496184" y="5614"/>
            <a:ext cx="0" cy="6858000"/>
          </a:xfrm>
          <a:prstGeom prst="straightConnector1">
            <a:avLst/>
          </a:prstGeom>
          <a:noFill/>
          <a:ln w="9528" cap="rnd">
            <a:solidFill>
              <a:srgbClr val="0F6FC6"/>
            </a:solidFill>
            <a:custDash>
              <a:ds d="699906" sp="0"/>
            </a:custDash>
            <a:miter/>
          </a:ln>
        </p:spPr>
      </p:cxnSp>
      <p:cxnSp>
        <p:nvCxnSpPr>
          <p:cNvPr id="5" name="Straight Connector 18">
            <a:extLst>
              <a:ext uri="{FF2B5EF4-FFF2-40B4-BE49-F238E27FC236}">
                <a16:creationId xmlns:a16="http://schemas.microsoft.com/office/drawing/2014/main" id="{6955081E-6556-DC55-EEE4-BE4E9EF4FF19}"/>
              </a:ext>
            </a:extLst>
          </p:cNvPr>
          <p:cNvCxnSpPr>
            <a:cxnSpLocks noMove="1" noResize="1"/>
          </p:cNvCxnSpPr>
          <p:nvPr/>
        </p:nvCxnSpPr>
        <p:spPr>
          <a:xfrm>
            <a:off x="1527" y="6172200"/>
            <a:ext cx="12191997" cy="0"/>
          </a:xfrm>
          <a:prstGeom prst="straightConnector1">
            <a:avLst/>
          </a:prstGeom>
          <a:noFill/>
          <a:ln w="9528" cap="rnd">
            <a:solidFill>
              <a:srgbClr val="0F6FC6"/>
            </a:solidFill>
            <a:custDash>
              <a:ds d="699906" sp="0"/>
            </a:custDash>
            <a:miter/>
          </a:ln>
        </p:spPr>
      </p:cxnSp>
      <p:sp>
        <p:nvSpPr>
          <p:cNvPr id="6" name="Rectangle 20">
            <a:extLst>
              <a:ext uri="{FF2B5EF4-FFF2-40B4-BE49-F238E27FC236}">
                <a16:creationId xmlns:a16="http://schemas.microsoft.com/office/drawing/2014/main" id="{4251719E-6140-F698-7F04-8DF0C60F8E04}"/>
              </a:ext>
            </a:extLst>
          </p:cNvPr>
          <p:cNvSpPr>
            <a:spLocks noMove="1" noResize="1"/>
          </p:cNvSpPr>
          <p:nvPr/>
        </p:nvSpPr>
        <p:spPr>
          <a:xfrm>
            <a:off x="0" y="0"/>
            <a:ext cx="12188952"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Univers"/>
            </a:endParaRPr>
          </a:p>
        </p:txBody>
      </p:sp>
      <p:sp>
        <p:nvSpPr>
          <p:cNvPr id="7" name="Rectangle 22">
            <a:extLst>
              <a:ext uri="{FF2B5EF4-FFF2-40B4-BE49-F238E27FC236}">
                <a16:creationId xmlns:a16="http://schemas.microsoft.com/office/drawing/2014/main" id="{71FD98A4-DD4F-332E-3F45-17BC8FB2456F}"/>
              </a:ext>
            </a:extLst>
          </p:cNvPr>
          <p:cNvSpPr>
            <a:spLocks noMove="1" noResize="1"/>
          </p:cNvSpPr>
          <p:nvPr/>
        </p:nvSpPr>
        <p:spPr>
          <a:xfrm>
            <a:off x="1527" y="0"/>
            <a:ext cx="12188952" cy="6858000"/>
          </a:xfrm>
          <a:prstGeom prst="rect">
            <a:avLst/>
          </a:prstGeom>
          <a:solidFill>
            <a:srgbClr val="DBEFF9">
              <a:alpha val="45000"/>
            </a:srgbClr>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Univers"/>
            </a:endParaRPr>
          </a:p>
        </p:txBody>
      </p:sp>
      <p:sp>
        <p:nvSpPr>
          <p:cNvPr id="8" name="Rectangle 24">
            <a:extLst>
              <a:ext uri="{FF2B5EF4-FFF2-40B4-BE49-F238E27FC236}">
                <a16:creationId xmlns:a16="http://schemas.microsoft.com/office/drawing/2014/main" id="{C237B238-AD7C-81A3-09BC-98B69FB94219}"/>
              </a:ext>
            </a:extLst>
          </p:cNvPr>
          <p:cNvSpPr>
            <a:spLocks noMove="1" noResize="1"/>
          </p:cNvSpPr>
          <p:nvPr/>
        </p:nvSpPr>
        <p:spPr>
          <a:xfrm rot="10799991">
            <a:off x="-3045" y="-14229"/>
            <a:ext cx="694944" cy="694386"/>
          </a:xfrm>
          <a:prstGeom prst="rect">
            <a:avLst/>
          </a:prstGeom>
          <a:solidFill>
            <a:srgbClr val="0F6FC6">
              <a:alpha val="25000"/>
            </a:srgbClr>
          </a:solidFill>
          <a:ln cap="flat">
            <a:noFill/>
            <a:prstDash val="solid"/>
          </a:ln>
        </p:spPr>
        <p:txBody>
          <a:bodyPr vert="horz" wrap="square" lIns="0" tIns="0" rIns="0" bIns="0" anchor="ctr" anchorCtr="1" compatLnSpc="1">
            <a:spAutoFit/>
          </a:bodyPr>
          <a:lstStyle/>
          <a:p>
            <a:pPr marL="0" marR="0" lvl="0" indent="0" algn="ctr" defTabSz="825502"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3000" b="0" i="0" u="none" strike="noStrike" kern="1200" cap="none" spc="0" baseline="0">
              <a:solidFill>
                <a:srgbClr val="000000"/>
              </a:solidFill>
              <a:uFillTx/>
              <a:latin typeface="Helvetica Neue Medium"/>
              <a:ea typeface="Helvetica Neue Medium"/>
              <a:cs typeface="Helvetica Neue Medium"/>
            </a:endParaRPr>
          </a:p>
        </p:txBody>
      </p:sp>
      <p:sp>
        <p:nvSpPr>
          <p:cNvPr id="9" name="Rectangle 26">
            <a:extLst>
              <a:ext uri="{FF2B5EF4-FFF2-40B4-BE49-F238E27FC236}">
                <a16:creationId xmlns:a16="http://schemas.microsoft.com/office/drawing/2014/main" id="{1B41155C-76D4-F3E0-9848-03D56D65DECD}"/>
              </a:ext>
            </a:extLst>
          </p:cNvPr>
          <p:cNvSpPr>
            <a:spLocks noMove="1" noResize="1"/>
          </p:cNvSpPr>
          <p:nvPr/>
        </p:nvSpPr>
        <p:spPr>
          <a:xfrm>
            <a:off x="1446279" y="685800"/>
            <a:ext cx="10744200" cy="54864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Univers"/>
            </a:endParaRPr>
          </a:p>
        </p:txBody>
      </p:sp>
      <p:sp>
        <p:nvSpPr>
          <p:cNvPr id="10" name="Title 1">
            <a:extLst>
              <a:ext uri="{FF2B5EF4-FFF2-40B4-BE49-F238E27FC236}">
                <a16:creationId xmlns:a16="http://schemas.microsoft.com/office/drawing/2014/main" id="{7DBC27C3-0BF0-24C0-C80C-815B7C66F3DE}"/>
              </a:ext>
            </a:extLst>
          </p:cNvPr>
          <p:cNvSpPr txBox="1">
            <a:spLocks noGrp="1"/>
          </p:cNvSpPr>
          <p:nvPr>
            <p:ph type="title"/>
          </p:nvPr>
        </p:nvSpPr>
        <p:spPr>
          <a:xfrm>
            <a:off x="691899" y="59463"/>
            <a:ext cx="4720544" cy="618829"/>
          </a:xfrm>
        </p:spPr>
        <p:txBody>
          <a:bodyPr anchor="b">
            <a:normAutofit fontScale="90000"/>
          </a:bodyPr>
          <a:lstStyle/>
          <a:p>
            <a:pPr lvl="0"/>
            <a:br>
              <a:rPr lang="en-US" sz="3500"/>
            </a:br>
            <a:br>
              <a:rPr lang="en-US" sz="3500"/>
            </a:br>
            <a:r>
              <a:rPr lang="en-US" sz="3500"/>
              <a:t>Resource bowl</a:t>
            </a:r>
          </a:p>
        </p:txBody>
      </p:sp>
      <p:sp>
        <p:nvSpPr>
          <p:cNvPr id="11" name="Slide Number Placeholder 5">
            <a:extLst>
              <a:ext uri="{FF2B5EF4-FFF2-40B4-BE49-F238E27FC236}">
                <a16:creationId xmlns:a16="http://schemas.microsoft.com/office/drawing/2014/main" id="{5B28CB03-CD92-4B53-FB36-EF8BC7DF2EF1}"/>
              </a:ext>
            </a:extLst>
          </p:cNvPr>
          <p:cNvSpPr txBox="1"/>
          <p:nvPr/>
        </p:nvSpPr>
        <p:spPr>
          <a:xfrm>
            <a:off x="11504679" y="-14200"/>
            <a:ext cx="685800" cy="685800"/>
          </a:xfrm>
          <a:prstGeom prst="rect">
            <a:avLst/>
          </a:prstGeom>
          <a:noFill/>
          <a:ln cap="flat">
            <a:noFill/>
          </a:ln>
        </p:spPr>
        <p:txBody>
          <a:bodyPr vert="horz" wrap="square" lIns="91440" tIns="45720" rIns="91440" bIns="45720" anchor="ctr" anchorCtr="1" compatLnSpc="1">
            <a:normAutofit/>
          </a:bodyPr>
          <a:lstStyle/>
          <a:p>
            <a:pPr marL="0" marR="0" lvl="0" indent="0" algn="ctr" defTabSz="914400" rtl="0" fontAlgn="auto" hangingPunct="1">
              <a:lnSpc>
                <a:spcPct val="100000"/>
              </a:lnSpc>
              <a:spcBef>
                <a:spcPts val="0"/>
              </a:spcBef>
              <a:spcAft>
                <a:spcPts val="600"/>
              </a:spcAft>
              <a:buNone/>
              <a:tabLst/>
              <a:defRPr sz="1800" b="0" i="0" u="none" strike="noStrike" kern="0" cap="none" spc="0" baseline="0">
                <a:solidFill>
                  <a:srgbClr val="000000"/>
                </a:solidFill>
                <a:uFillTx/>
              </a:defRPr>
            </a:pPr>
            <a:fld id="{6DEF2126-F679-4C7F-B7FA-10B47F4B82D0}" type="slidenum">
              <a:rPr/>
              <a:t>8</a:t>
            </a:fld>
            <a:endParaRPr lang="en-US" sz="1200" b="0" i="0" u="none" strike="noStrike" kern="1200" cap="none" spc="0" baseline="0">
              <a:solidFill>
                <a:srgbClr val="17406D"/>
              </a:solidFill>
              <a:uFillTx/>
              <a:latin typeface="Univers"/>
            </a:endParaRPr>
          </a:p>
        </p:txBody>
      </p:sp>
      <p:pic>
        <p:nvPicPr>
          <p:cNvPr id="12" name="Graphic 9" descr="Bowl">
            <a:extLst>
              <a:ext uri="{FF2B5EF4-FFF2-40B4-BE49-F238E27FC236}">
                <a16:creationId xmlns:a16="http://schemas.microsoft.com/office/drawing/2014/main" id="{488FB64E-FABD-B328-A3CC-4C602B05DF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16498" y="1014526"/>
            <a:ext cx="5191880" cy="4306906"/>
          </a:xfrm>
          <a:prstGeom prst="rect">
            <a:avLst/>
          </a:prstGeom>
          <a:noFill/>
          <a:ln cap="flat">
            <a:noFill/>
          </a:ln>
        </p:spPr>
      </p:pic>
      <p:cxnSp>
        <p:nvCxnSpPr>
          <p:cNvPr id="13" name="Straight Connector 28">
            <a:extLst>
              <a:ext uri="{FF2B5EF4-FFF2-40B4-BE49-F238E27FC236}">
                <a16:creationId xmlns:a16="http://schemas.microsoft.com/office/drawing/2014/main" id="{9C62C372-9017-C865-FF42-1FE45B974C6A}"/>
              </a:ext>
            </a:extLst>
          </p:cNvPr>
          <p:cNvCxnSpPr>
            <a:cxnSpLocks noMove="1" noResize="1"/>
          </p:cNvCxnSpPr>
          <p:nvPr/>
        </p:nvCxnSpPr>
        <p:spPr>
          <a:xfrm flipV="1">
            <a:off x="11496184" y="5614"/>
            <a:ext cx="0" cy="6858000"/>
          </a:xfrm>
          <a:prstGeom prst="straightConnector1">
            <a:avLst/>
          </a:prstGeom>
          <a:noFill/>
          <a:ln w="9528" cap="rnd">
            <a:solidFill>
              <a:srgbClr val="0F6FC6"/>
            </a:solidFill>
            <a:custDash>
              <a:ds d="699906" sp="0"/>
            </a:custDash>
            <a:miter/>
          </a:ln>
        </p:spPr>
      </p:cxnSp>
      <p:cxnSp>
        <p:nvCxnSpPr>
          <p:cNvPr id="14" name="Straight Connector 30">
            <a:extLst>
              <a:ext uri="{FF2B5EF4-FFF2-40B4-BE49-F238E27FC236}">
                <a16:creationId xmlns:a16="http://schemas.microsoft.com/office/drawing/2014/main" id="{49403D0D-1978-4780-36D3-EDBAE24B96A2}"/>
              </a:ext>
            </a:extLst>
          </p:cNvPr>
          <p:cNvCxnSpPr>
            <a:cxnSpLocks noMove="1" noResize="1"/>
          </p:cNvCxnSpPr>
          <p:nvPr/>
        </p:nvCxnSpPr>
        <p:spPr>
          <a:xfrm>
            <a:off x="1527" y="6172200"/>
            <a:ext cx="12191997" cy="0"/>
          </a:xfrm>
          <a:prstGeom prst="straightConnector1">
            <a:avLst/>
          </a:prstGeom>
          <a:noFill/>
          <a:ln w="9528" cap="rnd">
            <a:solidFill>
              <a:srgbClr val="0F6FC6"/>
            </a:solidFill>
            <a:custDash>
              <a:ds d="699906" sp="0"/>
            </a:custDash>
            <a:miter/>
          </a:ln>
        </p:spPr>
      </p:cxnSp>
      <p:sp>
        <p:nvSpPr>
          <p:cNvPr id="15" name="Arrow: Bent 6">
            <a:extLst>
              <a:ext uri="{FF2B5EF4-FFF2-40B4-BE49-F238E27FC236}">
                <a16:creationId xmlns:a16="http://schemas.microsoft.com/office/drawing/2014/main" id="{FD30D3D4-8E05-6C80-49E0-5FE461A547A6}"/>
              </a:ext>
            </a:extLst>
          </p:cNvPr>
          <p:cNvSpPr/>
          <p:nvPr/>
        </p:nvSpPr>
        <p:spPr>
          <a:xfrm rot="5400013">
            <a:off x="2956584" y="1173476"/>
            <a:ext cx="813816" cy="868680"/>
          </a:xfrm>
          <a:custGeom>
            <a:avLst/>
            <a:gdLst>
              <a:gd name="f0" fmla="val 10800000"/>
              <a:gd name="f1" fmla="val 5400000"/>
              <a:gd name="f2" fmla="val 16200000"/>
              <a:gd name="f3" fmla="val 180"/>
              <a:gd name="f4" fmla="val w"/>
              <a:gd name="f5" fmla="val h"/>
              <a:gd name="f6" fmla="val ss"/>
              <a:gd name="f7" fmla="val 0"/>
              <a:gd name="f8" fmla="+- 0 0 5400000"/>
              <a:gd name="f9" fmla="val 25000"/>
              <a:gd name="f10" fmla="val 43750"/>
              <a:gd name="f11" fmla="+- 0 0 -360"/>
              <a:gd name="f12" fmla="+- 0 0 -180"/>
              <a:gd name="f13" fmla="+- 0 0 -90"/>
              <a:gd name="f14" fmla="abs f4"/>
              <a:gd name="f15" fmla="abs f5"/>
              <a:gd name="f16" fmla="abs f6"/>
              <a:gd name="f17" fmla="*/ f11 f0 1"/>
              <a:gd name="f18" fmla="*/ f12 f0 1"/>
              <a:gd name="f19" fmla="*/ f13 f0 1"/>
              <a:gd name="f20" fmla="?: f14 f4 1"/>
              <a:gd name="f21" fmla="?: f15 f5 1"/>
              <a:gd name="f22" fmla="?: f16 f6 1"/>
              <a:gd name="f23" fmla="*/ f17 1 f3"/>
              <a:gd name="f24" fmla="*/ f18 1 f3"/>
              <a:gd name="f25" fmla="*/ f19 1 f3"/>
              <a:gd name="f26" fmla="*/ f20 1 21600"/>
              <a:gd name="f27" fmla="*/ f21 1 21600"/>
              <a:gd name="f28" fmla="*/ 21600 f20 1"/>
              <a:gd name="f29" fmla="*/ 21600 f21 1"/>
              <a:gd name="f30" fmla="+- f23 0 f1"/>
              <a:gd name="f31" fmla="+- f24 0 f1"/>
              <a:gd name="f32" fmla="+- f25 0 f1"/>
              <a:gd name="f33" fmla="min f27 f26"/>
              <a:gd name="f34" fmla="*/ f28 1 f22"/>
              <a:gd name="f35" fmla="*/ f29 1 f22"/>
              <a:gd name="f36" fmla="val f34"/>
              <a:gd name="f37" fmla="val f35"/>
              <a:gd name="f38" fmla="*/ f7 f33 1"/>
              <a:gd name="f39" fmla="+- f37 0 f7"/>
              <a:gd name="f40" fmla="+- f36 0 f7"/>
              <a:gd name="f41" fmla="*/ f36 f33 1"/>
              <a:gd name="f42" fmla="*/ f37 f33 1"/>
              <a:gd name="f43" fmla="min f40 f39"/>
              <a:gd name="f44" fmla="*/ f43 f9 1"/>
              <a:gd name="f45" fmla="*/ f43 f10 1"/>
              <a:gd name="f46" fmla="*/ f44 1 100000"/>
              <a:gd name="f47" fmla="*/ f45 1 100000"/>
              <a:gd name="f48" fmla="*/ f46 1 2"/>
              <a:gd name="f49" fmla="+- f36 0 f46"/>
              <a:gd name="f50" fmla="+- f47 0 f46"/>
              <a:gd name="f51" fmla="*/ f47 f33 1"/>
              <a:gd name="f52" fmla="*/ f46 f33 1"/>
              <a:gd name="f53" fmla="+- f46 0 f48"/>
              <a:gd name="f54" fmla="max f50 0"/>
              <a:gd name="f55" fmla="*/ f49 f33 1"/>
              <a:gd name="f56" fmla="*/ f48 f33 1"/>
              <a:gd name="f57" fmla="+- f46 f54 0"/>
              <a:gd name="f58" fmla="+- f53 f46 0"/>
              <a:gd name="f59" fmla="+- f53 f47 0"/>
              <a:gd name="f60" fmla="*/ f53 f33 1"/>
              <a:gd name="f61" fmla="*/ f54 f33 1"/>
              <a:gd name="f62" fmla="+- f58 f53 0"/>
              <a:gd name="f63" fmla="*/ f59 f33 1"/>
              <a:gd name="f64" fmla="*/ f58 f33 1"/>
              <a:gd name="f65" fmla="*/ f57 f33 1"/>
              <a:gd name="f66" fmla="*/ f62 f33 1"/>
            </a:gdLst>
            <a:ahLst/>
            <a:cxnLst>
              <a:cxn ang="3cd4">
                <a:pos x="hc" y="t"/>
              </a:cxn>
              <a:cxn ang="0">
                <a:pos x="r" y="vc"/>
              </a:cxn>
              <a:cxn ang="cd4">
                <a:pos x="hc" y="b"/>
              </a:cxn>
              <a:cxn ang="cd2">
                <a:pos x="l" y="vc"/>
              </a:cxn>
              <a:cxn ang="f30">
                <a:pos x="f55" y="f38"/>
              </a:cxn>
              <a:cxn ang="f31">
                <a:pos x="f55" y="f66"/>
              </a:cxn>
              <a:cxn ang="f31">
                <a:pos x="f56" y="f42"/>
              </a:cxn>
              <a:cxn ang="f32">
                <a:pos x="f41" y="f52"/>
              </a:cxn>
            </a:cxnLst>
            <a:rect l="f38" t="f38" r="f41" b="f42"/>
            <a:pathLst>
              <a:path>
                <a:moveTo>
                  <a:pt x="f38" y="f42"/>
                </a:moveTo>
                <a:lnTo>
                  <a:pt x="f38" y="f63"/>
                </a:lnTo>
                <a:arcTo wR="f51" hR="f51" stAng="f0" swAng="f1"/>
                <a:lnTo>
                  <a:pt x="f55" y="f60"/>
                </a:lnTo>
                <a:lnTo>
                  <a:pt x="f55" y="f38"/>
                </a:lnTo>
                <a:lnTo>
                  <a:pt x="f41" y="f52"/>
                </a:lnTo>
                <a:lnTo>
                  <a:pt x="f55" y="f66"/>
                </a:lnTo>
                <a:lnTo>
                  <a:pt x="f55" y="f64"/>
                </a:lnTo>
                <a:lnTo>
                  <a:pt x="f65" y="f64"/>
                </a:lnTo>
                <a:arcTo wR="f61" hR="f61" stAng="f2" swAng="f8"/>
                <a:lnTo>
                  <a:pt x="f52" y="f42"/>
                </a:lnTo>
                <a:close/>
              </a:path>
            </a:pathLst>
          </a:custGeom>
          <a:solidFill>
            <a:srgbClr val="0F6FC6"/>
          </a:solidFill>
          <a:ln w="12701" cap="flat">
            <a:solidFill>
              <a:srgbClr val="022B5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Univers"/>
            </a:endParaRPr>
          </a:p>
        </p:txBody>
      </p:sp>
      <p:sp>
        <p:nvSpPr>
          <p:cNvPr id="16" name="Arrow: Bent 7">
            <a:extLst>
              <a:ext uri="{FF2B5EF4-FFF2-40B4-BE49-F238E27FC236}">
                <a16:creationId xmlns:a16="http://schemas.microsoft.com/office/drawing/2014/main" id="{AE7CE3B7-F4D1-A327-A90C-9FC6285FBCE4}"/>
              </a:ext>
            </a:extLst>
          </p:cNvPr>
          <p:cNvSpPr/>
          <p:nvPr/>
        </p:nvSpPr>
        <p:spPr>
          <a:xfrm rot="5400013">
            <a:off x="7079175" y="4081113"/>
            <a:ext cx="813816" cy="868680"/>
          </a:xfrm>
          <a:custGeom>
            <a:avLst/>
            <a:gdLst>
              <a:gd name="f0" fmla="val 10800000"/>
              <a:gd name="f1" fmla="val 5400000"/>
              <a:gd name="f2" fmla="val 16200000"/>
              <a:gd name="f3" fmla="val 180"/>
              <a:gd name="f4" fmla="val w"/>
              <a:gd name="f5" fmla="val h"/>
              <a:gd name="f6" fmla="val ss"/>
              <a:gd name="f7" fmla="val 0"/>
              <a:gd name="f8" fmla="+- 0 0 5400000"/>
              <a:gd name="f9" fmla="val 25000"/>
              <a:gd name="f10" fmla="val 43750"/>
              <a:gd name="f11" fmla="+- 0 0 -360"/>
              <a:gd name="f12" fmla="+- 0 0 -180"/>
              <a:gd name="f13" fmla="+- 0 0 -90"/>
              <a:gd name="f14" fmla="abs f4"/>
              <a:gd name="f15" fmla="abs f5"/>
              <a:gd name="f16" fmla="abs f6"/>
              <a:gd name="f17" fmla="*/ f11 f0 1"/>
              <a:gd name="f18" fmla="*/ f12 f0 1"/>
              <a:gd name="f19" fmla="*/ f13 f0 1"/>
              <a:gd name="f20" fmla="?: f14 f4 1"/>
              <a:gd name="f21" fmla="?: f15 f5 1"/>
              <a:gd name="f22" fmla="?: f16 f6 1"/>
              <a:gd name="f23" fmla="*/ f17 1 f3"/>
              <a:gd name="f24" fmla="*/ f18 1 f3"/>
              <a:gd name="f25" fmla="*/ f19 1 f3"/>
              <a:gd name="f26" fmla="*/ f20 1 21600"/>
              <a:gd name="f27" fmla="*/ f21 1 21600"/>
              <a:gd name="f28" fmla="*/ 21600 f20 1"/>
              <a:gd name="f29" fmla="*/ 21600 f21 1"/>
              <a:gd name="f30" fmla="+- f23 0 f1"/>
              <a:gd name="f31" fmla="+- f24 0 f1"/>
              <a:gd name="f32" fmla="+- f25 0 f1"/>
              <a:gd name="f33" fmla="min f27 f26"/>
              <a:gd name="f34" fmla="*/ f28 1 f22"/>
              <a:gd name="f35" fmla="*/ f29 1 f22"/>
              <a:gd name="f36" fmla="val f34"/>
              <a:gd name="f37" fmla="val f35"/>
              <a:gd name="f38" fmla="*/ f7 f33 1"/>
              <a:gd name="f39" fmla="+- f37 0 f7"/>
              <a:gd name="f40" fmla="+- f36 0 f7"/>
              <a:gd name="f41" fmla="*/ f36 f33 1"/>
              <a:gd name="f42" fmla="*/ f37 f33 1"/>
              <a:gd name="f43" fmla="min f40 f39"/>
              <a:gd name="f44" fmla="*/ f43 f9 1"/>
              <a:gd name="f45" fmla="*/ f43 f10 1"/>
              <a:gd name="f46" fmla="*/ f44 1 100000"/>
              <a:gd name="f47" fmla="*/ f45 1 100000"/>
              <a:gd name="f48" fmla="*/ f46 1 2"/>
              <a:gd name="f49" fmla="+- f36 0 f46"/>
              <a:gd name="f50" fmla="+- f47 0 f46"/>
              <a:gd name="f51" fmla="*/ f47 f33 1"/>
              <a:gd name="f52" fmla="*/ f46 f33 1"/>
              <a:gd name="f53" fmla="+- f46 0 f48"/>
              <a:gd name="f54" fmla="max f50 0"/>
              <a:gd name="f55" fmla="*/ f49 f33 1"/>
              <a:gd name="f56" fmla="*/ f48 f33 1"/>
              <a:gd name="f57" fmla="+- f46 f54 0"/>
              <a:gd name="f58" fmla="+- f53 f46 0"/>
              <a:gd name="f59" fmla="+- f53 f47 0"/>
              <a:gd name="f60" fmla="*/ f53 f33 1"/>
              <a:gd name="f61" fmla="*/ f54 f33 1"/>
              <a:gd name="f62" fmla="+- f58 f53 0"/>
              <a:gd name="f63" fmla="*/ f59 f33 1"/>
              <a:gd name="f64" fmla="*/ f58 f33 1"/>
              <a:gd name="f65" fmla="*/ f57 f33 1"/>
              <a:gd name="f66" fmla="*/ f62 f33 1"/>
            </a:gdLst>
            <a:ahLst/>
            <a:cxnLst>
              <a:cxn ang="3cd4">
                <a:pos x="hc" y="t"/>
              </a:cxn>
              <a:cxn ang="0">
                <a:pos x="r" y="vc"/>
              </a:cxn>
              <a:cxn ang="cd4">
                <a:pos x="hc" y="b"/>
              </a:cxn>
              <a:cxn ang="cd2">
                <a:pos x="l" y="vc"/>
              </a:cxn>
              <a:cxn ang="f30">
                <a:pos x="f55" y="f38"/>
              </a:cxn>
              <a:cxn ang="f31">
                <a:pos x="f55" y="f66"/>
              </a:cxn>
              <a:cxn ang="f31">
                <a:pos x="f56" y="f42"/>
              </a:cxn>
              <a:cxn ang="f32">
                <a:pos x="f41" y="f52"/>
              </a:cxn>
            </a:cxnLst>
            <a:rect l="f38" t="f38" r="f41" b="f42"/>
            <a:pathLst>
              <a:path>
                <a:moveTo>
                  <a:pt x="f38" y="f42"/>
                </a:moveTo>
                <a:lnTo>
                  <a:pt x="f38" y="f63"/>
                </a:lnTo>
                <a:arcTo wR="f51" hR="f51" stAng="f0" swAng="f1"/>
                <a:lnTo>
                  <a:pt x="f55" y="f60"/>
                </a:lnTo>
                <a:lnTo>
                  <a:pt x="f55" y="f38"/>
                </a:lnTo>
                <a:lnTo>
                  <a:pt x="f41" y="f52"/>
                </a:lnTo>
                <a:lnTo>
                  <a:pt x="f55" y="f66"/>
                </a:lnTo>
                <a:lnTo>
                  <a:pt x="f55" y="f64"/>
                </a:lnTo>
                <a:lnTo>
                  <a:pt x="f65" y="f64"/>
                </a:lnTo>
                <a:arcTo wR="f61" hR="f61" stAng="f2" swAng="f8"/>
                <a:lnTo>
                  <a:pt x="f52" y="f42"/>
                </a:lnTo>
                <a:close/>
              </a:path>
            </a:pathLst>
          </a:custGeom>
          <a:solidFill>
            <a:srgbClr val="0F6FC6"/>
          </a:solidFill>
          <a:ln w="12701" cap="flat">
            <a:solidFill>
              <a:srgbClr val="022B5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Univers"/>
            </a:endParaRPr>
          </a:p>
        </p:txBody>
      </p:sp>
      <p:sp>
        <p:nvSpPr>
          <p:cNvPr id="17" name="Arrow: Bent 8">
            <a:extLst>
              <a:ext uri="{FF2B5EF4-FFF2-40B4-BE49-F238E27FC236}">
                <a16:creationId xmlns:a16="http://schemas.microsoft.com/office/drawing/2014/main" id="{B2703134-2607-7B6C-DB6F-9B771BF552AD}"/>
              </a:ext>
            </a:extLst>
          </p:cNvPr>
          <p:cNvSpPr/>
          <p:nvPr/>
        </p:nvSpPr>
        <p:spPr>
          <a:xfrm rot="16199987" flipH="1">
            <a:off x="6809519" y="1227316"/>
            <a:ext cx="806299" cy="753483"/>
          </a:xfrm>
          <a:custGeom>
            <a:avLst/>
            <a:gdLst>
              <a:gd name="f0" fmla="val 10800000"/>
              <a:gd name="f1" fmla="val 5400000"/>
              <a:gd name="f2" fmla="val 16200000"/>
              <a:gd name="f3" fmla="val 180"/>
              <a:gd name="f4" fmla="val w"/>
              <a:gd name="f5" fmla="val h"/>
              <a:gd name="f6" fmla="val ss"/>
              <a:gd name="f7" fmla="val 0"/>
              <a:gd name="f8" fmla="+- 0 0 5400000"/>
              <a:gd name="f9" fmla="val 25000"/>
              <a:gd name="f10" fmla="val 20987"/>
              <a:gd name="f11" fmla="val 43750"/>
              <a:gd name="f12" fmla="+- 0 0 -360"/>
              <a:gd name="f13" fmla="+- 0 0 -180"/>
              <a:gd name="f14" fmla="+- 0 0 -90"/>
              <a:gd name="f15" fmla="abs f4"/>
              <a:gd name="f16" fmla="abs f5"/>
              <a:gd name="f17" fmla="abs f6"/>
              <a:gd name="f18" fmla="*/ f12 f0 1"/>
              <a:gd name="f19" fmla="*/ f13 f0 1"/>
              <a:gd name="f20" fmla="*/ f14 f0 1"/>
              <a:gd name="f21" fmla="?: f15 f4 1"/>
              <a:gd name="f22" fmla="?: f16 f5 1"/>
              <a:gd name="f23" fmla="?: f17 f6 1"/>
              <a:gd name="f24" fmla="*/ f18 1 f3"/>
              <a:gd name="f25" fmla="*/ f19 1 f3"/>
              <a:gd name="f26" fmla="*/ f20 1 f3"/>
              <a:gd name="f27" fmla="*/ f21 1 21600"/>
              <a:gd name="f28" fmla="*/ f22 1 21600"/>
              <a:gd name="f29" fmla="*/ 21600 f21 1"/>
              <a:gd name="f30" fmla="*/ 21600 f22 1"/>
              <a:gd name="f31" fmla="+- f24 0 f1"/>
              <a:gd name="f32" fmla="+- f25 0 f1"/>
              <a:gd name="f33" fmla="+- f26 0 f1"/>
              <a:gd name="f34" fmla="min f28 f27"/>
              <a:gd name="f35" fmla="*/ f29 1 f23"/>
              <a:gd name="f36" fmla="*/ f30 1 f23"/>
              <a:gd name="f37" fmla="val f35"/>
              <a:gd name="f38" fmla="val f36"/>
              <a:gd name="f39" fmla="*/ f7 f34 1"/>
              <a:gd name="f40" fmla="+- f38 0 f7"/>
              <a:gd name="f41" fmla="+- f37 0 f7"/>
              <a:gd name="f42" fmla="*/ f37 f34 1"/>
              <a:gd name="f43" fmla="*/ f38 f34 1"/>
              <a:gd name="f44" fmla="min f41 f40"/>
              <a:gd name="f45" fmla="*/ f44 f9 1"/>
              <a:gd name="f46" fmla="*/ f44 f10 1"/>
              <a:gd name="f47" fmla="*/ f44 f11 1"/>
              <a:gd name="f48" fmla="*/ f45 1 100000"/>
              <a:gd name="f49" fmla="*/ f46 1 100000"/>
              <a:gd name="f50" fmla="*/ f47 1 100000"/>
              <a:gd name="f51" fmla="*/ f48 1 2"/>
              <a:gd name="f52" fmla="+- f37 0 f48"/>
              <a:gd name="f53" fmla="+- f50 0 f48"/>
              <a:gd name="f54" fmla="*/ f50 f34 1"/>
              <a:gd name="f55" fmla="*/ f49 f34 1"/>
              <a:gd name="f56" fmla="*/ f48 f34 1"/>
              <a:gd name="f57" fmla="+- f49 0 f51"/>
              <a:gd name="f58" fmla="max f53 0"/>
              <a:gd name="f59" fmla="*/ f52 f34 1"/>
              <a:gd name="f60" fmla="*/ f51 f34 1"/>
              <a:gd name="f61" fmla="+- f48 f58 0"/>
              <a:gd name="f62" fmla="+- f57 f48 0"/>
              <a:gd name="f63" fmla="+- f57 f50 0"/>
              <a:gd name="f64" fmla="*/ f57 f34 1"/>
              <a:gd name="f65" fmla="*/ f58 f34 1"/>
              <a:gd name="f66" fmla="+- f62 f57 0"/>
              <a:gd name="f67" fmla="*/ f63 f34 1"/>
              <a:gd name="f68" fmla="*/ f62 f34 1"/>
              <a:gd name="f69" fmla="*/ f61 f34 1"/>
              <a:gd name="f70" fmla="*/ f66 f34 1"/>
            </a:gdLst>
            <a:ahLst/>
            <a:cxnLst>
              <a:cxn ang="3cd4">
                <a:pos x="hc" y="t"/>
              </a:cxn>
              <a:cxn ang="0">
                <a:pos x="r" y="vc"/>
              </a:cxn>
              <a:cxn ang="cd4">
                <a:pos x="hc" y="b"/>
              </a:cxn>
              <a:cxn ang="cd2">
                <a:pos x="l" y="vc"/>
              </a:cxn>
              <a:cxn ang="f31">
                <a:pos x="f59" y="f39"/>
              </a:cxn>
              <a:cxn ang="f32">
                <a:pos x="f59" y="f70"/>
              </a:cxn>
              <a:cxn ang="f32">
                <a:pos x="f60" y="f43"/>
              </a:cxn>
              <a:cxn ang="f33">
                <a:pos x="f42" y="f55"/>
              </a:cxn>
            </a:cxnLst>
            <a:rect l="f39" t="f39" r="f42" b="f43"/>
            <a:pathLst>
              <a:path>
                <a:moveTo>
                  <a:pt x="f39" y="f43"/>
                </a:moveTo>
                <a:lnTo>
                  <a:pt x="f39" y="f67"/>
                </a:lnTo>
                <a:arcTo wR="f54" hR="f54" stAng="f0" swAng="f1"/>
                <a:lnTo>
                  <a:pt x="f59" y="f64"/>
                </a:lnTo>
                <a:lnTo>
                  <a:pt x="f59" y="f39"/>
                </a:lnTo>
                <a:lnTo>
                  <a:pt x="f42" y="f55"/>
                </a:lnTo>
                <a:lnTo>
                  <a:pt x="f59" y="f70"/>
                </a:lnTo>
                <a:lnTo>
                  <a:pt x="f59" y="f68"/>
                </a:lnTo>
                <a:lnTo>
                  <a:pt x="f69" y="f68"/>
                </a:lnTo>
                <a:arcTo wR="f65" hR="f65" stAng="f2" swAng="f8"/>
                <a:lnTo>
                  <a:pt x="f56" y="f43"/>
                </a:lnTo>
                <a:close/>
              </a:path>
            </a:pathLst>
          </a:custGeom>
          <a:solidFill>
            <a:srgbClr val="0F6FC6"/>
          </a:solidFill>
          <a:ln w="12701" cap="flat">
            <a:solidFill>
              <a:srgbClr val="022B5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Univers"/>
            </a:endParaRPr>
          </a:p>
        </p:txBody>
      </p:sp>
      <p:sp>
        <p:nvSpPr>
          <p:cNvPr id="18" name="Arrow: Bent 10">
            <a:extLst>
              <a:ext uri="{FF2B5EF4-FFF2-40B4-BE49-F238E27FC236}">
                <a16:creationId xmlns:a16="http://schemas.microsoft.com/office/drawing/2014/main" id="{2DF3D7B6-AA91-5DBE-BB20-2FE51A882A74}"/>
              </a:ext>
            </a:extLst>
          </p:cNvPr>
          <p:cNvSpPr/>
          <p:nvPr/>
        </p:nvSpPr>
        <p:spPr>
          <a:xfrm rot="5399996" flipV="1">
            <a:off x="2956584" y="4145487"/>
            <a:ext cx="813816" cy="868680"/>
          </a:xfrm>
          <a:custGeom>
            <a:avLst/>
            <a:gdLst>
              <a:gd name="f0" fmla="val 10800000"/>
              <a:gd name="f1" fmla="val 5400000"/>
              <a:gd name="f2" fmla="val 16200000"/>
              <a:gd name="f3" fmla="val 180"/>
              <a:gd name="f4" fmla="val w"/>
              <a:gd name="f5" fmla="val h"/>
              <a:gd name="f6" fmla="val ss"/>
              <a:gd name="f7" fmla="val 0"/>
              <a:gd name="f8" fmla="+- 0 0 5400000"/>
              <a:gd name="f9" fmla="val 25000"/>
              <a:gd name="f10" fmla="val 19331"/>
              <a:gd name="f11" fmla="+- 0 0 -360"/>
              <a:gd name="f12" fmla="+- 0 0 -180"/>
              <a:gd name="f13" fmla="+- 0 0 -90"/>
              <a:gd name="f14" fmla="abs f4"/>
              <a:gd name="f15" fmla="abs f5"/>
              <a:gd name="f16" fmla="abs f6"/>
              <a:gd name="f17" fmla="*/ f11 f0 1"/>
              <a:gd name="f18" fmla="*/ f12 f0 1"/>
              <a:gd name="f19" fmla="*/ f13 f0 1"/>
              <a:gd name="f20" fmla="?: f14 f4 1"/>
              <a:gd name="f21" fmla="?: f15 f5 1"/>
              <a:gd name="f22" fmla="?: f16 f6 1"/>
              <a:gd name="f23" fmla="*/ f17 1 f3"/>
              <a:gd name="f24" fmla="*/ f18 1 f3"/>
              <a:gd name="f25" fmla="*/ f19 1 f3"/>
              <a:gd name="f26" fmla="*/ f20 1 21600"/>
              <a:gd name="f27" fmla="*/ f21 1 21600"/>
              <a:gd name="f28" fmla="*/ 21600 f20 1"/>
              <a:gd name="f29" fmla="*/ 21600 f21 1"/>
              <a:gd name="f30" fmla="+- f23 0 f1"/>
              <a:gd name="f31" fmla="+- f24 0 f1"/>
              <a:gd name="f32" fmla="+- f25 0 f1"/>
              <a:gd name="f33" fmla="min f27 f26"/>
              <a:gd name="f34" fmla="*/ f28 1 f22"/>
              <a:gd name="f35" fmla="*/ f29 1 f22"/>
              <a:gd name="f36" fmla="val f34"/>
              <a:gd name="f37" fmla="val f35"/>
              <a:gd name="f38" fmla="*/ f7 f33 1"/>
              <a:gd name="f39" fmla="+- f37 0 f7"/>
              <a:gd name="f40" fmla="+- f36 0 f7"/>
              <a:gd name="f41" fmla="*/ f36 f33 1"/>
              <a:gd name="f42" fmla="*/ f37 f33 1"/>
              <a:gd name="f43" fmla="min f40 f39"/>
              <a:gd name="f44" fmla="*/ f43 f9 1"/>
              <a:gd name="f45" fmla="*/ f43 f10 1"/>
              <a:gd name="f46" fmla="*/ f44 1 100000"/>
              <a:gd name="f47" fmla="*/ f45 1 100000"/>
              <a:gd name="f48" fmla="*/ f46 1 2"/>
              <a:gd name="f49" fmla="+- f36 0 f46"/>
              <a:gd name="f50" fmla="+- f47 0 f46"/>
              <a:gd name="f51" fmla="*/ f47 f33 1"/>
              <a:gd name="f52" fmla="*/ f46 f33 1"/>
              <a:gd name="f53" fmla="+- f46 0 f48"/>
              <a:gd name="f54" fmla="max f50 0"/>
              <a:gd name="f55" fmla="*/ f49 f33 1"/>
              <a:gd name="f56" fmla="*/ f48 f33 1"/>
              <a:gd name="f57" fmla="+- f46 f54 0"/>
              <a:gd name="f58" fmla="+- f53 f46 0"/>
              <a:gd name="f59" fmla="+- f53 f47 0"/>
              <a:gd name="f60" fmla="*/ f53 f33 1"/>
              <a:gd name="f61" fmla="*/ f54 f33 1"/>
              <a:gd name="f62" fmla="+- f58 f53 0"/>
              <a:gd name="f63" fmla="*/ f59 f33 1"/>
              <a:gd name="f64" fmla="*/ f58 f33 1"/>
              <a:gd name="f65" fmla="*/ f57 f33 1"/>
              <a:gd name="f66" fmla="*/ f62 f33 1"/>
            </a:gdLst>
            <a:ahLst/>
            <a:cxnLst>
              <a:cxn ang="3cd4">
                <a:pos x="hc" y="t"/>
              </a:cxn>
              <a:cxn ang="0">
                <a:pos x="r" y="vc"/>
              </a:cxn>
              <a:cxn ang="cd4">
                <a:pos x="hc" y="b"/>
              </a:cxn>
              <a:cxn ang="cd2">
                <a:pos x="l" y="vc"/>
              </a:cxn>
              <a:cxn ang="f30">
                <a:pos x="f55" y="f38"/>
              </a:cxn>
              <a:cxn ang="f31">
                <a:pos x="f55" y="f66"/>
              </a:cxn>
              <a:cxn ang="f31">
                <a:pos x="f56" y="f42"/>
              </a:cxn>
              <a:cxn ang="f32">
                <a:pos x="f41" y="f52"/>
              </a:cxn>
            </a:cxnLst>
            <a:rect l="f38" t="f38" r="f41" b="f42"/>
            <a:pathLst>
              <a:path>
                <a:moveTo>
                  <a:pt x="f38" y="f42"/>
                </a:moveTo>
                <a:lnTo>
                  <a:pt x="f38" y="f63"/>
                </a:lnTo>
                <a:arcTo wR="f51" hR="f51" stAng="f0" swAng="f1"/>
                <a:lnTo>
                  <a:pt x="f55" y="f60"/>
                </a:lnTo>
                <a:lnTo>
                  <a:pt x="f55" y="f38"/>
                </a:lnTo>
                <a:lnTo>
                  <a:pt x="f41" y="f52"/>
                </a:lnTo>
                <a:lnTo>
                  <a:pt x="f55" y="f66"/>
                </a:lnTo>
                <a:lnTo>
                  <a:pt x="f55" y="f64"/>
                </a:lnTo>
                <a:lnTo>
                  <a:pt x="f65" y="f64"/>
                </a:lnTo>
                <a:arcTo wR="f61" hR="f61" stAng="f2" swAng="f8"/>
                <a:lnTo>
                  <a:pt x="f52" y="f42"/>
                </a:lnTo>
                <a:close/>
              </a:path>
            </a:pathLst>
          </a:custGeom>
          <a:solidFill>
            <a:srgbClr val="0F6FC6"/>
          </a:solidFill>
          <a:ln w="12701" cap="flat">
            <a:solidFill>
              <a:srgbClr val="022B5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000000"/>
              </a:solidFill>
              <a:uFillTx/>
              <a:latin typeface="Univers"/>
            </a:endParaRPr>
          </a:p>
        </p:txBody>
      </p:sp>
      <p:sp>
        <p:nvSpPr>
          <p:cNvPr id="19" name="Arrow: Down 11">
            <a:extLst>
              <a:ext uri="{FF2B5EF4-FFF2-40B4-BE49-F238E27FC236}">
                <a16:creationId xmlns:a16="http://schemas.microsoft.com/office/drawing/2014/main" id="{5D2D1329-945D-3C1D-CBC3-33646B07D8B6}"/>
              </a:ext>
            </a:extLst>
          </p:cNvPr>
          <p:cNvSpPr/>
          <p:nvPr/>
        </p:nvSpPr>
        <p:spPr>
          <a:xfrm>
            <a:off x="5182471" y="4515453"/>
            <a:ext cx="484632" cy="703804"/>
          </a:xfrm>
          <a:custGeom>
            <a:avLst>
              <a:gd name="f0" fmla="val 14163"/>
              <a:gd name="f1" fmla="val 5400"/>
            </a:avLst>
            <a:gdLst>
              <a:gd name="f2" fmla="val 10800000"/>
              <a:gd name="f3" fmla="val 5400000"/>
              <a:gd name="f4" fmla="val 180"/>
              <a:gd name="f5" fmla="val w"/>
              <a:gd name="f6" fmla="val h"/>
              <a:gd name="f7" fmla="val 0"/>
              <a:gd name="f8" fmla="val 21600"/>
              <a:gd name="f9" fmla="val 10800"/>
              <a:gd name="f10" fmla="+- 0 0 -270"/>
              <a:gd name="f11" fmla="+- 0 0 -90"/>
              <a:gd name="f12" fmla="*/ f5 1 21600"/>
              <a:gd name="f13" fmla="*/ f6 1 21600"/>
              <a:gd name="f14" fmla="+- f8 0 f7"/>
              <a:gd name="f15" fmla="pin 0 f1 10800"/>
              <a:gd name="f16" fmla="pin 0 f0 21600"/>
              <a:gd name="f17" fmla="*/ f10 f2 1"/>
              <a:gd name="f18" fmla="*/ f11 f2 1"/>
              <a:gd name="f19" fmla="val f15"/>
              <a:gd name="f20" fmla="val f16"/>
              <a:gd name="f21" fmla="*/ f14 1 21600"/>
              <a:gd name="f22" fmla="*/ f15 f12 1"/>
              <a:gd name="f23" fmla="*/ f16 f13 1"/>
              <a:gd name="f24" fmla="*/ f17 1 f4"/>
              <a:gd name="f25" fmla="*/ f18 1 f4"/>
              <a:gd name="f26" fmla="+- 21600 0 f19"/>
              <a:gd name="f27" fmla="+- 21600 0 f20"/>
              <a:gd name="f28" fmla="*/ 0 f21 1"/>
              <a:gd name="f29" fmla="*/ 21600 f21 1"/>
              <a:gd name="f30" fmla="*/ f19 f12 1"/>
              <a:gd name="f31" fmla="*/ f20 f13 1"/>
              <a:gd name="f32" fmla="+- f24 0 f3"/>
              <a:gd name="f33" fmla="+- f25 0 f3"/>
              <a:gd name="f34" fmla="*/ f27 f19 1"/>
              <a:gd name="f35" fmla="*/ f28 1 f21"/>
              <a:gd name="f36" fmla="*/ f29 1 f21"/>
              <a:gd name="f37" fmla="*/ f26 f12 1"/>
              <a:gd name="f38" fmla="*/ f34 1 10800"/>
              <a:gd name="f39" fmla="*/ f35 f13 1"/>
              <a:gd name="f40" fmla="*/ f35 f12 1"/>
              <a:gd name="f41" fmla="*/ f36 f12 1"/>
              <a:gd name="f42" fmla="+- f20 f38 0"/>
              <a:gd name="f43" fmla="*/ f42 f13 1"/>
            </a:gdLst>
            <a:ahLst>
              <a:ahXY gdRefX="f1" minX="f7" maxX="f9" gdRefY="f0" minY="f7" maxY="f8">
                <a:pos x="f22" y="f23"/>
              </a:ahXY>
            </a:ahLst>
            <a:cxnLst>
              <a:cxn ang="3cd4">
                <a:pos x="hc" y="t"/>
              </a:cxn>
              <a:cxn ang="0">
                <a:pos x="r" y="vc"/>
              </a:cxn>
              <a:cxn ang="cd4">
                <a:pos x="hc" y="b"/>
              </a:cxn>
              <a:cxn ang="cd2">
                <a:pos x="l" y="vc"/>
              </a:cxn>
              <a:cxn ang="f32">
                <a:pos x="f40" y="f31"/>
              </a:cxn>
              <a:cxn ang="f33">
                <a:pos x="f41" y="f31"/>
              </a:cxn>
            </a:cxnLst>
            <a:rect l="f30" t="f39" r="f37" b="f43"/>
            <a:pathLst>
              <a:path w="21600" h="21600">
                <a:moveTo>
                  <a:pt x="f19" y="f7"/>
                </a:moveTo>
                <a:lnTo>
                  <a:pt x="f19" y="f20"/>
                </a:lnTo>
                <a:lnTo>
                  <a:pt x="f7" y="f20"/>
                </a:lnTo>
                <a:lnTo>
                  <a:pt x="f9" y="f8"/>
                </a:lnTo>
                <a:lnTo>
                  <a:pt x="f8" y="f20"/>
                </a:lnTo>
                <a:lnTo>
                  <a:pt x="f26" y="f20"/>
                </a:lnTo>
                <a:lnTo>
                  <a:pt x="f26" y="f7"/>
                </a:lnTo>
                <a:close/>
              </a:path>
            </a:pathLst>
          </a:custGeom>
          <a:solidFill>
            <a:srgbClr val="0F6FC6"/>
          </a:solidFill>
          <a:ln w="12701" cap="flat">
            <a:solidFill>
              <a:srgbClr val="022B52"/>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800" b="0" i="0" u="none" strike="noStrike" kern="1200" cap="none" spc="0" baseline="0">
              <a:solidFill>
                <a:srgbClr val="FFFFFF"/>
              </a:solidFill>
              <a:uFillTx/>
              <a:latin typeface="Univers"/>
            </a:endParaRPr>
          </a:p>
        </p:txBody>
      </p:sp>
      <p:sp>
        <p:nvSpPr>
          <p:cNvPr id="20" name="Rectangle 13">
            <a:extLst>
              <a:ext uri="{FF2B5EF4-FFF2-40B4-BE49-F238E27FC236}">
                <a16:creationId xmlns:a16="http://schemas.microsoft.com/office/drawing/2014/main" id="{A1455153-3D79-5F63-933E-9A1047A35AFD}"/>
              </a:ext>
            </a:extLst>
          </p:cNvPr>
          <p:cNvSpPr/>
          <p:nvPr/>
        </p:nvSpPr>
        <p:spPr>
          <a:xfrm>
            <a:off x="7597475" y="824697"/>
            <a:ext cx="2743794" cy="1924760"/>
          </a:xfrm>
          <a:prstGeom prst="rect">
            <a:avLst/>
          </a:prstGeom>
          <a:solidFill>
            <a:srgbClr val="FFFFFF"/>
          </a:solidFill>
          <a:ln w="12701" cap="flat">
            <a:solidFill>
              <a:srgbClr val="0F6FC6"/>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What sustains me?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Reasonable demands/ supportive relationships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Talking with my partner</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Sharing interests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Sleep</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Nice food</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Time to myself (doesn’t have to be long)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Exercising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Baking</a:t>
            </a:r>
            <a:r>
              <a:rPr lang="en-GB" sz="1000" dirty="0">
                <a:solidFill>
                  <a:srgbClr val="000000"/>
                </a:solidFill>
                <a:latin typeface="Univers"/>
              </a:rPr>
              <a:t>/cooking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Editing videos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Learning about interests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(neuroscience, 3d modelling, video editing)</a:t>
            </a:r>
          </a:p>
        </p:txBody>
      </p:sp>
      <p:sp>
        <p:nvSpPr>
          <p:cNvPr id="21" name="Rectangle 15">
            <a:extLst>
              <a:ext uri="{FF2B5EF4-FFF2-40B4-BE49-F238E27FC236}">
                <a16:creationId xmlns:a16="http://schemas.microsoft.com/office/drawing/2014/main" id="{069B61BC-BFEE-D6CB-0AAC-76C24A89314E}"/>
              </a:ext>
            </a:extLst>
          </p:cNvPr>
          <p:cNvSpPr/>
          <p:nvPr/>
        </p:nvSpPr>
        <p:spPr>
          <a:xfrm>
            <a:off x="528824" y="866860"/>
            <a:ext cx="2391832" cy="914400"/>
          </a:xfrm>
          <a:prstGeom prst="rect">
            <a:avLst/>
          </a:prstGeom>
          <a:solidFill>
            <a:srgbClr val="FFFFFF"/>
          </a:solidFill>
          <a:ln w="12701" cap="flat">
            <a:solidFill>
              <a:srgbClr val="0F6FC6"/>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a:solidFill>
                  <a:srgbClr val="000000"/>
                </a:solidFill>
                <a:uFillTx/>
                <a:latin typeface="Univers"/>
              </a:rPr>
              <a:t>What sustains me?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a:solidFill>
                  <a:srgbClr val="000000"/>
                </a:solidFill>
                <a:uFillTx/>
                <a:latin typeface="Univers"/>
              </a:rPr>
              <a:t>Activities/ realistic goals</a:t>
            </a:r>
          </a:p>
        </p:txBody>
      </p:sp>
      <p:sp>
        <p:nvSpPr>
          <p:cNvPr id="22" name="Rectangle 17">
            <a:extLst>
              <a:ext uri="{FF2B5EF4-FFF2-40B4-BE49-F238E27FC236}">
                <a16:creationId xmlns:a16="http://schemas.microsoft.com/office/drawing/2014/main" id="{44C1B784-CFDD-9160-F9B1-F428B32125EB}"/>
              </a:ext>
            </a:extLst>
          </p:cNvPr>
          <p:cNvSpPr/>
          <p:nvPr/>
        </p:nvSpPr>
        <p:spPr>
          <a:xfrm>
            <a:off x="7399955" y="4939497"/>
            <a:ext cx="2875824" cy="914400"/>
          </a:xfrm>
          <a:prstGeom prst="rect">
            <a:avLst/>
          </a:prstGeom>
          <a:solidFill>
            <a:srgbClr val="FFFFFF"/>
          </a:solidFill>
          <a:ln w="12701" cap="flat">
            <a:solidFill>
              <a:srgbClr val="0F6FC6"/>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What drains me? Unreasonable demands/ unsupportive relationships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Not feeling heard</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Feeling invisible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Feeling unappreciated or unloved (or anything that makes me feel that way)</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0" i="0" u="none" strike="noStrike" kern="1200" cap="none" spc="0" baseline="0" dirty="0">
              <a:solidFill>
                <a:srgbClr val="000000"/>
              </a:solidFill>
              <a:uFillTx/>
              <a:latin typeface="Univers"/>
            </a:endParaRPr>
          </a:p>
        </p:txBody>
      </p:sp>
      <p:sp>
        <p:nvSpPr>
          <p:cNvPr id="23" name="Rectangle 19">
            <a:extLst>
              <a:ext uri="{FF2B5EF4-FFF2-40B4-BE49-F238E27FC236}">
                <a16:creationId xmlns:a16="http://schemas.microsoft.com/office/drawing/2014/main" id="{9EB9709B-7792-CBF3-1256-2FDA0AF3805D}"/>
              </a:ext>
            </a:extLst>
          </p:cNvPr>
          <p:cNvSpPr/>
          <p:nvPr/>
        </p:nvSpPr>
        <p:spPr>
          <a:xfrm>
            <a:off x="691899" y="5008726"/>
            <a:ext cx="2967548" cy="914400"/>
          </a:xfrm>
          <a:prstGeom prst="rect">
            <a:avLst/>
          </a:prstGeom>
          <a:solidFill>
            <a:srgbClr val="FFFFFF"/>
          </a:solidFill>
          <a:ln w="12701" cap="flat">
            <a:solidFill>
              <a:srgbClr val="0F6FC6"/>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What drains me? Unhelpful activities/ unrealistic goals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Cleaning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Working at Sainsbury’s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dirty="0">
                <a:solidFill>
                  <a:srgbClr val="000000"/>
                </a:solidFill>
                <a:latin typeface="Univers"/>
              </a:rPr>
              <a:t>Arguments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Social </a:t>
            </a:r>
            <a:r>
              <a:rPr lang="en-GB" sz="1000" dirty="0">
                <a:solidFill>
                  <a:srgbClr val="000000"/>
                </a:solidFill>
                <a:latin typeface="Univers"/>
              </a:rPr>
              <a:t>obligations/Socialising</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dirty="0">
                <a:solidFill>
                  <a:srgbClr val="000000"/>
                </a:solidFill>
                <a:uFillTx/>
                <a:latin typeface="Univers"/>
              </a:rPr>
              <a:t>Washing dishes</a:t>
            </a:r>
          </a:p>
        </p:txBody>
      </p:sp>
      <p:sp>
        <p:nvSpPr>
          <p:cNvPr id="24" name="Rectangle 21">
            <a:extLst>
              <a:ext uri="{FF2B5EF4-FFF2-40B4-BE49-F238E27FC236}">
                <a16:creationId xmlns:a16="http://schemas.microsoft.com/office/drawing/2014/main" id="{213875E2-B1EE-7F18-536F-AB0175890390}"/>
              </a:ext>
            </a:extLst>
          </p:cNvPr>
          <p:cNvSpPr/>
          <p:nvPr/>
        </p:nvSpPr>
        <p:spPr>
          <a:xfrm>
            <a:off x="4967587" y="5233458"/>
            <a:ext cx="914400" cy="1514191"/>
          </a:xfrm>
          <a:prstGeom prst="rect">
            <a:avLst/>
          </a:prstGeom>
          <a:solidFill>
            <a:srgbClr val="FFFFFF"/>
          </a:solidFill>
          <a:ln w="12701" cap="flat">
            <a:solidFill>
              <a:srgbClr val="0F6FC6"/>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a:solidFill>
                  <a:srgbClr val="000000"/>
                </a:solidFill>
                <a:uFillTx/>
                <a:latin typeface="Univers"/>
              </a:rPr>
              <a:t>What drains me?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0" i="0" u="none" strike="noStrike" kern="1200" cap="none" spc="0" baseline="0">
                <a:solidFill>
                  <a:srgbClr val="000000"/>
                </a:solidFill>
                <a:uFillTx/>
                <a:latin typeface="Univers"/>
              </a:rPr>
              <a:t>Daily demands of life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7F0B-2E5C-956F-FA53-60A8967DBF05}"/>
              </a:ext>
            </a:extLst>
          </p:cNvPr>
          <p:cNvSpPr>
            <a:spLocks noGrp="1"/>
          </p:cNvSpPr>
          <p:nvPr>
            <p:ph type="title"/>
          </p:nvPr>
        </p:nvSpPr>
        <p:spPr/>
        <p:txBody>
          <a:bodyPr/>
          <a:lstStyle/>
          <a:p>
            <a:r>
              <a:rPr lang="en-US" dirty="0"/>
              <a:t>Stress Bucket</a:t>
            </a:r>
            <a:endParaRPr lang="en-GB" dirty="0"/>
          </a:p>
        </p:txBody>
      </p:sp>
      <p:sp>
        <p:nvSpPr>
          <p:cNvPr id="3" name="Content Placeholder 2">
            <a:extLst>
              <a:ext uri="{FF2B5EF4-FFF2-40B4-BE49-F238E27FC236}">
                <a16:creationId xmlns:a16="http://schemas.microsoft.com/office/drawing/2014/main" id="{42AC3E66-8EE1-4303-C2EA-3AA6593DA32D}"/>
              </a:ext>
            </a:extLst>
          </p:cNvPr>
          <p:cNvSpPr>
            <a:spLocks noGrp="1"/>
          </p:cNvSpPr>
          <p:nvPr>
            <p:ph idx="1"/>
          </p:nvPr>
        </p:nvSpPr>
        <p:spPr/>
        <p:txBody>
          <a:bodyPr/>
          <a:lstStyle/>
          <a:p>
            <a:r>
              <a:rPr lang="en-GB" sz="1800" u="sng" dirty="0">
                <a:solidFill>
                  <a:srgbClr val="0000FF"/>
                </a:solidFill>
                <a:effectLst/>
                <a:latin typeface="Arial" panose="020B0604020202020204" pitchFamily="34" charset="0"/>
                <a:ea typeface="Arial" panose="020B0604020202020204" pitchFamily="34" charset="0"/>
                <a:hlinkClick r:id="rId2"/>
              </a:rPr>
              <a:t>Stress Bucket - YouTube</a:t>
            </a:r>
            <a:endParaRPr lang="en-GB" sz="1800" dirty="0">
              <a:effectLst/>
              <a:latin typeface="Arial" panose="020B0604020202020204" pitchFamily="34" charset="0"/>
              <a:ea typeface="Arial" panose="020B0604020202020204" pitchFamily="34" charset="0"/>
            </a:endParaRPr>
          </a:p>
          <a:p>
            <a:endParaRPr lang="en-GB" dirty="0"/>
          </a:p>
        </p:txBody>
      </p:sp>
    </p:spTree>
    <p:extLst>
      <p:ext uri="{BB962C8B-B14F-4D97-AF65-F5344CB8AC3E}">
        <p14:creationId xmlns:p14="http://schemas.microsoft.com/office/powerpoint/2010/main" val="1841346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C9451-3389-9D71-1761-46D4DEBCF6C2}"/>
              </a:ext>
            </a:extLst>
          </p:cNvPr>
          <p:cNvSpPr>
            <a:spLocks noGrp="1"/>
          </p:cNvSpPr>
          <p:nvPr>
            <p:ph type="title"/>
          </p:nvPr>
        </p:nvSpPr>
        <p:spPr/>
        <p:txBody>
          <a:bodyPr/>
          <a:lstStyle/>
          <a:p>
            <a:r>
              <a:rPr lang="en-US" dirty="0"/>
              <a:t>Automatic thoughts</a:t>
            </a:r>
            <a:endParaRPr lang="en-GB" dirty="0"/>
          </a:p>
        </p:txBody>
      </p:sp>
      <p:sp>
        <p:nvSpPr>
          <p:cNvPr id="3" name="Content Placeholder 2">
            <a:extLst>
              <a:ext uri="{FF2B5EF4-FFF2-40B4-BE49-F238E27FC236}">
                <a16:creationId xmlns:a16="http://schemas.microsoft.com/office/drawing/2014/main" id="{054BCBE9-7C3E-4D68-B33D-21EA535E8FC1}"/>
              </a:ext>
            </a:extLst>
          </p:cNvPr>
          <p:cNvSpPr>
            <a:spLocks noGrp="1"/>
          </p:cNvSpPr>
          <p:nvPr>
            <p:ph idx="1"/>
          </p:nvPr>
        </p:nvSpPr>
        <p:spPr/>
        <p:txBody>
          <a:bodyPr/>
          <a:lstStyle/>
          <a:p>
            <a:pPr>
              <a:lnSpc>
                <a:spcPct val="115000"/>
              </a:lnSpc>
            </a:pPr>
            <a:r>
              <a:rPr lang="en-GB" sz="1800" b="1" dirty="0">
                <a:effectLst/>
                <a:latin typeface="Arial" panose="020B0604020202020204" pitchFamily="34" charset="0"/>
                <a:ea typeface="Arial" panose="020B0604020202020204" pitchFamily="34" charset="0"/>
              </a:rPr>
              <a:t>What are automatic thoughts</a:t>
            </a:r>
            <a:endParaRPr lang="en-GB" sz="1800" dirty="0">
              <a:effectLst/>
              <a:latin typeface="Arial" panose="020B0604020202020204" pitchFamily="34" charset="0"/>
              <a:ea typeface="Arial" panose="020B0604020202020204" pitchFamily="34" charset="0"/>
            </a:endParaRPr>
          </a:p>
          <a:p>
            <a:pPr marL="0" indent="0">
              <a:lnSpc>
                <a:spcPct val="115000"/>
              </a:lnSpc>
              <a:buNone/>
            </a:pPr>
            <a:r>
              <a:rPr lang="en-GB" sz="1800" dirty="0">
                <a:effectLst/>
                <a:latin typeface="Arial" panose="020B0604020202020204" pitchFamily="34" charset="0"/>
                <a:ea typeface="Arial" panose="020B0604020202020204" pitchFamily="34" charset="0"/>
              </a:rPr>
              <a:t>Everyone has them</a:t>
            </a:r>
          </a:p>
          <a:p>
            <a:pPr>
              <a:lnSpc>
                <a:spcPct val="115000"/>
              </a:lnSpc>
            </a:pPr>
            <a:r>
              <a:rPr lang="en-GB" sz="1800" dirty="0">
                <a:effectLst/>
                <a:latin typeface="Arial" panose="020B0604020202020204" pitchFamily="34" charset="0"/>
                <a:ea typeface="Arial" panose="020B0604020202020204" pitchFamily="34" charset="0"/>
              </a:rPr>
              <a:t>We have around 60,000-100,000 a day. Help us interpret world around us describing what happening, make sense of things and help interpret things, sights, events, smells feelings.</a:t>
            </a:r>
          </a:p>
          <a:p>
            <a:endParaRPr lang="en-GB" sz="1800" dirty="0">
              <a:latin typeface="Arial" panose="020B0604020202020204" pitchFamily="34" charset="0"/>
            </a:endParaRPr>
          </a:p>
          <a:p>
            <a:pPr>
              <a:lnSpc>
                <a:spcPct val="115000"/>
              </a:lnSpc>
            </a:pPr>
            <a:r>
              <a:rPr lang="en-GB" sz="1800" dirty="0">
                <a:effectLst/>
                <a:latin typeface="Arial" panose="020B0604020202020204" pitchFamily="34" charset="0"/>
                <a:ea typeface="Arial" panose="020B0604020202020204" pitchFamily="34" charset="0"/>
              </a:rPr>
              <a:t>Can be helpful to identifying type of automatic thought if helpful or unhelpful and the meaning belief we give to that thought</a:t>
            </a:r>
          </a:p>
          <a:p>
            <a:pPr>
              <a:lnSpc>
                <a:spcPct val="115000"/>
              </a:lnSpc>
            </a:pPr>
            <a:endParaRPr lang="en-GB" sz="1800" dirty="0">
              <a:effectLst/>
              <a:latin typeface="Arial" panose="020B0604020202020204" pitchFamily="34" charset="0"/>
              <a:ea typeface="Arial" panose="020B0604020202020204" pitchFamily="34" charset="0"/>
            </a:endParaRPr>
          </a:p>
          <a:p>
            <a:endParaRPr lang="en-GB" dirty="0"/>
          </a:p>
        </p:txBody>
      </p:sp>
    </p:spTree>
    <p:extLst>
      <p:ext uri="{BB962C8B-B14F-4D97-AF65-F5344CB8AC3E}">
        <p14:creationId xmlns:p14="http://schemas.microsoft.com/office/powerpoint/2010/main" val="3789270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0DC50-EA85-79C4-DC5A-204AEEF0C18D}"/>
              </a:ext>
            </a:extLst>
          </p:cNvPr>
          <p:cNvSpPr>
            <a:spLocks noGrp="1"/>
          </p:cNvSpPr>
          <p:nvPr>
            <p:ph type="title"/>
          </p:nvPr>
        </p:nvSpPr>
        <p:spPr/>
        <p:txBody>
          <a:bodyPr/>
          <a:lstStyle/>
          <a:p>
            <a:r>
              <a:rPr lang="en-US" dirty="0"/>
              <a:t>Videos for thoughts</a:t>
            </a:r>
            <a:endParaRPr lang="en-GB" dirty="0"/>
          </a:p>
        </p:txBody>
      </p:sp>
      <p:sp>
        <p:nvSpPr>
          <p:cNvPr id="3" name="Content Placeholder 2">
            <a:extLst>
              <a:ext uri="{FF2B5EF4-FFF2-40B4-BE49-F238E27FC236}">
                <a16:creationId xmlns:a16="http://schemas.microsoft.com/office/drawing/2014/main" id="{402379FE-39A4-DF75-7730-F943142F0886}"/>
              </a:ext>
            </a:extLst>
          </p:cNvPr>
          <p:cNvSpPr>
            <a:spLocks noGrp="1"/>
          </p:cNvSpPr>
          <p:nvPr>
            <p:ph idx="1"/>
          </p:nvPr>
        </p:nvSpPr>
        <p:spPr/>
        <p:txBody>
          <a:bodyPr>
            <a:normAutofit/>
          </a:bodyPr>
          <a:lstStyle/>
          <a:p>
            <a:pPr>
              <a:lnSpc>
                <a:spcPct val="115000"/>
              </a:lnSpc>
            </a:pPr>
            <a:r>
              <a:rPr lang="en-GB" sz="1800" u="sng" dirty="0">
                <a:solidFill>
                  <a:srgbClr val="000000"/>
                </a:solidFill>
                <a:effectLst/>
                <a:latin typeface="Arial" panose="020B0604020202020204" pitchFamily="34" charset="0"/>
                <a:ea typeface="Arial" panose="020B0604020202020204" pitchFamily="34" charset="0"/>
                <a:hlinkClick r:id="rId2"/>
              </a:rPr>
              <a:t>https://www.youtube.com/watch?v=VYht-guymF4</a:t>
            </a:r>
            <a:endParaRPr lang="en-GB" sz="1800" dirty="0">
              <a:effectLst/>
              <a:latin typeface="Arial" panose="020B0604020202020204" pitchFamily="34" charset="0"/>
              <a:ea typeface="Arial" panose="020B0604020202020204" pitchFamily="34" charset="0"/>
            </a:endParaRPr>
          </a:p>
          <a:p>
            <a:pPr>
              <a:lnSpc>
                <a:spcPct val="115000"/>
              </a:lnSpc>
            </a:pPr>
            <a:r>
              <a:rPr lang="en-GB" sz="1800" dirty="0">
                <a:solidFill>
                  <a:srgbClr val="000000"/>
                </a:solidFill>
                <a:effectLst/>
                <a:latin typeface="Arial" panose="020B0604020202020204" pitchFamily="34" charset="0"/>
                <a:ea typeface="Arial" panose="020B0604020202020204" pitchFamily="34" charset="0"/>
              </a:rPr>
              <a:t>Example of neighbour Brian coming in and being annoying and stopping him enjoying party-example of intrusive thoughts </a:t>
            </a:r>
            <a:r>
              <a:rPr lang="en-GB" sz="1800" dirty="0">
                <a:effectLst/>
                <a:highlight>
                  <a:srgbClr val="FFFF00"/>
                </a:highlight>
                <a:latin typeface="Arial" panose="020B0604020202020204" pitchFamily="34" charset="0"/>
                <a:ea typeface="Arial" panose="020B0604020202020204" pitchFamily="34" charset="0"/>
              </a:rPr>
              <a:t> </a:t>
            </a:r>
            <a:endParaRPr lang="en-GB" sz="1800" dirty="0">
              <a:effectLst/>
              <a:latin typeface="Arial" panose="020B0604020202020204" pitchFamily="34" charset="0"/>
              <a:ea typeface="Arial" panose="020B0604020202020204" pitchFamily="34" charset="0"/>
            </a:endParaRPr>
          </a:p>
          <a:p>
            <a:pPr>
              <a:lnSpc>
                <a:spcPct val="115000"/>
              </a:lnSpc>
            </a:pPr>
            <a:r>
              <a:rPr lang="en-GB" sz="1800" dirty="0">
                <a:effectLst/>
                <a:latin typeface="Arial" panose="020B0604020202020204" pitchFamily="34" charset="0"/>
                <a:ea typeface="Arial" panose="020B0604020202020204" pitchFamily="34" charset="0"/>
              </a:rPr>
              <a:t> </a:t>
            </a:r>
          </a:p>
          <a:p>
            <a:pPr>
              <a:lnSpc>
                <a:spcPct val="115000"/>
              </a:lnSpc>
            </a:pPr>
            <a:r>
              <a:rPr lang="en-GB" sz="1800" u="sng" dirty="0">
                <a:solidFill>
                  <a:srgbClr val="000000"/>
                </a:solidFill>
                <a:effectLst/>
                <a:latin typeface="Arial" panose="020B0604020202020204" pitchFamily="34" charset="0"/>
                <a:ea typeface="Arial" panose="020B0604020202020204" pitchFamily="34" charset="0"/>
                <a:hlinkClick r:id="rId2"/>
              </a:rPr>
              <a:t>https://www.youtube.com/watch?v=tzUoXJVI0wo</a:t>
            </a:r>
            <a:endParaRPr lang="en-GB" sz="1800" dirty="0">
              <a:effectLst/>
              <a:latin typeface="Arial" panose="020B0604020202020204" pitchFamily="34" charset="0"/>
              <a:ea typeface="Arial" panose="020B0604020202020204" pitchFamily="34" charset="0"/>
            </a:endParaRPr>
          </a:p>
          <a:p>
            <a:pPr>
              <a:lnSpc>
                <a:spcPct val="115000"/>
              </a:lnSpc>
            </a:pPr>
            <a:r>
              <a:rPr lang="en-GB" sz="1800" dirty="0">
                <a:solidFill>
                  <a:srgbClr val="000000"/>
                </a:solidFill>
                <a:effectLst/>
                <a:latin typeface="Arial" panose="020B0604020202020204" pitchFamily="34" charset="0"/>
                <a:ea typeface="Arial" panose="020B0604020202020204" pitchFamily="34" charset="0"/>
              </a:rPr>
              <a:t>The Sushi train metaphor-Brain is chef sushi is thoughts and watch them go by (accepting thoughts as waves coming over us and going) Cant stop thoughts but can step back and be curious and watch them go by.</a:t>
            </a:r>
          </a:p>
          <a:p>
            <a:pPr>
              <a:lnSpc>
                <a:spcPct val="115000"/>
              </a:lnSpc>
            </a:pPr>
            <a:r>
              <a:rPr lang="en-GB" sz="1800" dirty="0">
                <a:effectLst/>
                <a:latin typeface="Arial" panose="020B0604020202020204" pitchFamily="34" charset="0"/>
                <a:ea typeface="Arial" panose="020B0604020202020204" pitchFamily="34" charset="0"/>
                <a:hlinkClick r:id="rId3"/>
              </a:rPr>
              <a:t>https://www.youtube.com/watch?v=Z29ptSuoWRc</a:t>
            </a:r>
            <a:endParaRPr lang="en-GB" sz="1800" dirty="0">
              <a:solidFill>
                <a:srgbClr val="000000"/>
              </a:solidFill>
              <a:latin typeface="Arial" panose="020B0604020202020204" pitchFamily="34" charset="0"/>
              <a:ea typeface="Arial" panose="020B0604020202020204" pitchFamily="34" charset="0"/>
            </a:endParaRPr>
          </a:p>
          <a:p>
            <a:pPr>
              <a:lnSpc>
                <a:spcPct val="115000"/>
              </a:lnSpc>
            </a:pPr>
            <a:r>
              <a:rPr lang="en-GB" sz="1800" dirty="0">
                <a:solidFill>
                  <a:srgbClr val="000000"/>
                </a:solidFill>
                <a:effectLst/>
                <a:latin typeface="Arial" panose="020B0604020202020204" pitchFamily="34" charset="0"/>
                <a:ea typeface="Arial" panose="020B0604020202020204" pitchFamily="34" charset="0"/>
              </a:rPr>
              <a:t>Bus driver Tom pushing thoughts</a:t>
            </a:r>
            <a:r>
              <a:rPr lang="en-GB" sz="1800">
                <a:solidFill>
                  <a:srgbClr val="000000"/>
                </a:solidFill>
                <a:effectLst/>
                <a:latin typeface="Arial" panose="020B0604020202020204" pitchFamily="34" charset="0"/>
                <a:ea typeface="Arial" panose="020B0604020202020204" pitchFamily="34" charset="0"/>
              </a:rPr>
              <a:t>/feelings away </a:t>
            </a:r>
            <a:endParaRPr lang="en-GB" sz="1800" dirty="0">
              <a:effectLst/>
              <a:latin typeface="Arial" panose="020B0604020202020204" pitchFamily="34" charset="0"/>
              <a:ea typeface="Arial" panose="020B0604020202020204" pitchFamily="34" charset="0"/>
            </a:endParaRPr>
          </a:p>
          <a:p>
            <a:endParaRPr lang="en-GB" dirty="0"/>
          </a:p>
        </p:txBody>
      </p:sp>
    </p:spTree>
    <p:extLst>
      <p:ext uri="{BB962C8B-B14F-4D97-AF65-F5344CB8AC3E}">
        <p14:creationId xmlns:p14="http://schemas.microsoft.com/office/powerpoint/2010/main" val="2192279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22BD9-CD45-48D9-F86A-9432E9849EA1}"/>
              </a:ext>
            </a:extLst>
          </p:cNvPr>
          <p:cNvSpPr>
            <a:spLocks noGrp="1"/>
          </p:cNvSpPr>
          <p:nvPr>
            <p:ph type="title"/>
          </p:nvPr>
        </p:nvSpPr>
        <p:spPr/>
        <p:txBody>
          <a:bodyPr/>
          <a:lstStyle/>
          <a:p>
            <a:r>
              <a:rPr lang="en-US" dirty="0"/>
              <a:t>Negative automatic thoughts-NAT’s</a:t>
            </a:r>
            <a:endParaRPr lang="en-GB" dirty="0"/>
          </a:p>
        </p:txBody>
      </p:sp>
      <p:sp>
        <p:nvSpPr>
          <p:cNvPr id="3" name="Content Placeholder 2">
            <a:extLst>
              <a:ext uri="{FF2B5EF4-FFF2-40B4-BE49-F238E27FC236}">
                <a16:creationId xmlns:a16="http://schemas.microsoft.com/office/drawing/2014/main" id="{735ACBAD-3B15-A919-F505-5BDB5FFC79A8}"/>
              </a:ext>
            </a:extLst>
          </p:cNvPr>
          <p:cNvSpPr>
            <a:spLocks noGrp="1"/>
          </p:cNvSpPr>
          <p:nvPr>
            <p:ph idx="1"/>
          </p:nvPr>
        </p:nvSpPr>
        <p:spPr/>
        <p:txBody>
          <a:bodyPr/>
          <a:lstStyle/>
          <a:p>
            <a:r>
              <a:rPr lang="en-GB" sz="1800" dirty="0">
                <a:effectLst/>
                <a:latin typeface="Arial" panose="020B0604020202020204" pitchFamily="34" charset="0"/>
                <a:ea typeface="Arial" panose="020B0604020202020204" pitchFamily="34" charset="0"/>
              </a:rPr>
              <a:t>NAT are typically the primary experiences that lead to mood and behavioural symptoms.</a:t>
            </a:r>
          </a:p>
          <a:p>
            <a:pPr>
              <a:lnSpc>
                <a:spcPct val="115000"/>
              </a:lnSpc>
            </a:pPr>
            <a:r>
              <a:rPr lang="en-GB" sz="1800" dirty="0">
                <a:effectLst/>
                <a:latin typeface="Arial" panose="020B0604020202020204" pitchFamily="34" charset="0"/>
                <a:ea typeface="Arial" panose="020B0604020202020204" pitchFamily="34" charset="0"/>
              </a:rPr>
              <a:t>These NAT comes from the automatic thoughts we have each day and more depressed we feel more likely have NAT which impact our mood/feelings </a:t>
            </a:r>
          </a:p>
          <a:p>
            <a:pPr>
              <a:lnSpc>
                <a:spcPct val="115000"/>
              </a:lnSpc>
            </a:pPr>
            <a:r>
              <a:rPr lang="en-GB" sz="1800" b="1" dirty="0">
                <a:effectLst/>
                <a:latin typeface="Arial" panose="020B0604020202020204" pitchFamily="34" charset="0"/>
                <a:ea typeface="Arial" panose="020B0604020202020204" pitchFamily="34" charset="0"/>
              </a:rPr>
              <a:t>Automatic</a:t>
            </a:r>
            <a:r>
              <a:rPr lang="en-GB" sz="1800" dirty="0">
                <a:effectLst/>
                <a:latin typeface="Arial" panose="020B0604020202020204" pitchFamily="34" charset="0"/>
                <a:ea typeface="Arial" panose="020B0604020202020204" pitchFamily="34" charset="0"/>
              </a:rPr>
              <a:t>- come into mind without any effort</a:t>
            </a:r>
          </a:p>
          <a:p>
            <a:pPr>
              <a:lnSpc>
                <a:spcPct val="115000"/>
              </a:lnSpc>
            </a:pPr>
            <a:r>
              <a:rPr lang="en-GB" sz="1800" b="1" dirty="0">
                <a:effectLst/>
                <a:latin typeface="Arial" panose="020B0604020202020204" pitchFamily="34" charset="0"/>
                <a:ea typeface="Arial" panose="020B0604020202020204" pitchFamily="34" charset="0"/>
              </a:rPr>
              <a:t>Twisted</a:t>
            </a:r>
            <a:r>
              <a:rPr lang="en-GB" sz="1800" dirty="0">
                <a:effectLst/>
                <a:latin typeface="Arial" panose="020B0604020202020204" pitchFamily="34" charset="0"/>
                <a:ea typeface="Arial" panose="020B0604020202020204" pitchFamily="34" charset="0"/>
              </a:rPr>
              <a:t>- Present themselves as fact but if examine closet usually find little or no evidence</a:t>
            </a:r>
          </a:p>
          <a:p>
            <a:pPr>
              <a:lnSpc>
                <a:spcPct val="115000"/>
              </a:lnSpc>
            </a:pPr>
            <a:r>
              <a:rPr lang="en-GB" sz="1800" b="1" dirty="0">
                <a:effectLst/>
                <a:latin typeface="Arial" panose="020B0604020202020204" pitchFamily="34" charset="0"/>
                <a:ea typeface="Arial" panose="020B0604020202020204" pitchFamily="34" charset="0"/>
              </a:rPr>
              <a:t>Believable</a:t>
            </a:r>
            <a:r>
              <a:rPr lang="en-GB" sz="1800" dirty="0">
                <a:effectLst/>
                <a:latin typeface="Arial" panose="020B0604020202020204" pitchFamily="34" charset="0"/>
                <a:ea typeface="Arial" panose="020B0604020202020204" pitchFamily="34" charset="0"/>
              </a:rPr>
              <a:t> to you that is-NATS are smart but sneaky. Make sure you accept them without question. They can brainwash you in to believing true</a:t>
            </a:r>
          </a:p>
          <a:p>
            <a:pPr>
              <a:lnSpc>
                <a:spcPct val="115000"/>
              </a:lnSpc>
            </a:pPr>
            <a:r>
              <a:rPr lang="en-GB" sz="1800" b="1" dirty="0">
                <a:effectLst/>
                <a:latin typeface="Arial" panose="020B0604020202020204" pitchFamily="34" charset="0"/>
                <a:ea typeface="Arial" panose="020B0604020202020204" pitchFamily="34" charset="0"/>
              </a:rPr>
              <a:t>Unhelpful</a:t>
            </a:r>
            <a:r>
              <a:rPr lang="en-GB" sz="1800" dirty="0">
                <a:effectLst/>
                <a:latin typeface="Arial" panose="020B0604020202020204" pitchFamily="34" charset="0"/>
                <a:ea typeface="Arial" panose="020B0604020202020204" pitchFamily="34" charset="0"/>
              </a:rPr>
              <a:t>-Get you feeling down and keep you there</a:t>
            </a:r>
          </a:p>
          <a:p>
            <a:endParaRPr lang="en-GB" sz="1800" dirty="0">
              <a:effectLst/>
              <a:latin typeface="Arial" panose="020B0604020202020204" pitchFamily="34" charset="0"/>
              <a:ea typeface="Arial" panose="020B0604020202020204" pitchFamily="34" charset="0"/>
            </a:endParaRPr>
          </a:p>
          <a:p>
            <a:endParaRPr lang="en-GB" dirty="0"/>
          </a:p>
        </p:txBody>
      </p:sp>
    </p:spTree>
    <p:extLst>
      <p:ext uri="{BB962C8B-B14F-4D97-AF65-F5344CB8AC3E}">
        <p14:creationId xmlns:p14="http://schemas.microsoft.com/office/powerpoint/2010/main" val="3776730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423BE-30C6-7626-AD02-9B97EE4D8F8A}"/>
              </a:ext>
            </a:extLst>
          </p:cNvPr>
          <p:cNvSpPr>
            <a:spLocks noGrp="1"/>
          </p:cNvSpPr>
          <p:nvPr>
            <p:ph type="title"/>
          </p:nvPr>
        </p:nvSpPr>
        <p:spPr/>
        <p:txBody>
          <a:bodyPr/>
          <a:lstStyle/>
          <a:p>
            <a:r>
              <a:rPr lang="en-US" dirty="0"/>
              <a:t>What are you most common NATs?</a:t>
            </a:r>
            <a:endParaRPr lang="en-GB" dirty="0"/>
          </a:p>
        </p:txBody>
      </p:sp>
      <p:sp>
        <p:nvSpPr>
          <p:cNvPr id="3" name="Content Placeholder 2">
            <a:extLst>
              <a:ext uri="{FF2B5EF4-FFF2-40B4-BE49-F238E27FC236}">
                <a16:creationId xmlns:a16="http://schemas.microsoft.com/office/drawing/2014/main" id="{7B10A2C4-1844-6544-E316-D42915CDE1CB}"/>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90776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FE03C-21F6-97F0-9BF5-42AFD89743C2}"/>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Unhelpful thoughts</a:t>
            </a:r>
          </a:p>
        </p:txBody>
      </p:sp>
      <p:sp>
        <p:nvSpPr>
          <p:cNvPr id="6" name="TextBox 5">
            <a:extLst>
              <a:ext uri="{FF2B5EF4-FFF2-40B4-BE49-F238E27FC236}">
                <a16:creationId xmlns:a16="http://schemas.microsoft.com/office/drawing/2014/main" id="{C93B0666-0A44-D377-9BF5-A3525F0E91C2}"/>
              </a:ext>
            </a:extLst>
          </p:cNvPr>
          <p:cNvSpPr txBox="1"/>
          <p:nvPr/>
        </p:nvSpPr>
        <p:spPr>
          <a:xfrm>
            <a:off x="640080" y="2872899"/>
            <a:ext cx="4243589" cy="332066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200"/>
              <a:t>Like ink in clear water, when we have a bad thought it spreads and the color changes. </a:t>
            </a:r>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endParaRPr lang="en-US" sz="2200"/>
          </a:p>
          <a:p>
            <a:pPr indent="-228600">
              <a:lnSpc>
                <a:spcPct val="90000"/>
              </a:lnSpc>
              <a:spcAft>
                <a:spcPts val="600"/>
              </a:spcAft>
              <a:buFont typeface="Arial" panose="020B0604020202020204" pitchFamily="34" charset="0"/>
              <a:buChar char="•"/>
            </a:pPr>
            <a:r>
              <a:rPr lang="en-US" sz="2200"/>
              <a:t>We need to be able to control the ink to keep the water clear</a:t>
            </a:r>
          </a:p>
        </p:txBody>
      </p:sp>
      <p:pic>
        <p:nvPicPr>
          <p:cNvPr id="5" name="Content Placeholder 4" descr="Paint splash on a white background">
            <a:extLst>
              <a:ext uri="{FF2B5EF4-FFF2-40B4-BE49-F238E27FC236}">
                <a16:creationId xmlns:a16="http://schemas.microsoft.com/office/drawing/2014/main" id="{E4D15743-6CF4-90AB-A0E6-15445932DC7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5456" r="2812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927005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6940C-2892-0AC1-4F4D-CA0532385206}"/>
              </a:ext>
            </a:extLst>
          </p:cNvPr>
          <p:cNvSpPr txBox="1">
            <a:spLocks noGrp="1"/>
          </p:cNvSpPr>
          <p:nvPr>
            <p:ph type="title"/>
          </p:nvPr>
        </p:nvSpPr>
        <p:spPr/>
        <p:txBody>
          <a:bodyPr/>
          <a:lstStyle/>
          <a:p>
            <a:pPr lvl="0"/>
            <a:r>
              <a:rPr lang="en-GB"/>
              <a:t>Unhelpful thinking</a:t>
            </a:r>
          </a:p>
        </p:txBody>
      </p:sp>
      <p:sp>
        <p:nvSpPr>
          <p:cNvPr id="3" name="Content Placeholder 2">
            <a:extLst>
              <a:ext uri="{FF2B5EF4-FFF2-40B4-BE49-F238E27FC236}">
                <a16:creationId xmlns:a16="http://schemas.microsoft.com/office/drawing/2014/main" id="{495FAF2C-C954-CF0B-99CE-F283648C3252}"/>
              </a:ext>
            </a:extLst>
          </p:cNvPr>
          <p:cNvSpPr txBox="1">
            <a:spLocks noGrp="1"/>
          </p:cNvSpPr>
          <p:nvPr>
            <p:ph idx="1"/>
          </p:nvPr>
        </p:nvSpPr>
        <p:spPr/>
        <p:txBody>
          <a:bodyPr/>
          <a:lstStyle/>
          <a:p>
            <a:pPr lvl="0"/>
            <a:r>
              <a:rPr lang="en-GB"/>
              <a:t>When people think negatively about themselves, the world around them and their future, they see the world through gloomy specs. </a:t>
            </a:r>
          </a:p>
          <a:p>
            <a:pPr lvl="0"/>
            <a:r>
              <a:rPr lang="en-GB"/>
              <a:t>When we repeatedly dwell on these thoughts, we can feel regretful about things in the past, and what we should or shouldn’t have done. </a:t>
            </a:r>
          </a:p>
        </p:txBody>
      </p:sp>
      <p:pic>
        <p:nvPicPr>
          <p:cNvPr id="4" name="Content Placeholder 4">
            <a:extLst>
              <a:ext uri="{FF2B5EF4-FFF2-40B4-BE49-F238E27FC236}">
                <a16:creationId xmlns:a16="http://schemas.microsoft.com/office/drawing/2014/main" id="{8D805A96-CC0B-03BF-FEF1-92BB73E59475}"/>
              </a:ext>
            </a:extLst>
          </p:cNvPr>
          <p:cNvPicPr>
            <a:picLocks noGrp="1" noChangeAspect="1"/>
          </p:cNvPicPr>
          <p:nvPr>
            <p:ph idx="2"/>
          </p:nvPr>
        </p:nvPicPr>
        <p:blipFill>
          <a:blip r:embed="rId2"/>
          <a:stretch>
            <a:fillRect/>
          </a:stretch>
        </p:blipFill>
        <p:spPr>
          <a:xfrm>
            <a:off x="7336633" y="2795585"/>
            <a:ext cx="2019296" cy="2266953"/>
          </a:xfrm>
        </p:spPr>
      </p:pic>
      <p:sp>
        <p:nvSpPr>
          <p:cNvPr id="5" name="Thought Bubble: Cloud 9">
            <a:extLst>
              <a:ext uri="{FF2B5EF4-FFF2-40B4-BE49-F238E27FC236}">
                <a16:creationId xmlns:a16="http://schemas.microsoft.com/office/drawing/2014/main" id="{F6C6BB7D-A5BD-CBC6-A0AA-9E8BF75BB1DD}"/>
              </a:ext>
            </a:extLst>
          </p:cNvPr>
          <p:cNvSpPr/>
          <p:nvPr/>
        </p:nvSpPr>
        <p:spPr>
          <a:xfrm>
            <a:off x="6075867" y="443831"/>
            <a:ext cx="2019296" cy="1657944"/>
          </a:xfrm>
          <a:custGeom>
            <a:avLst>
              <a:gd name="f0" fmla="val 21130"/>
              <a:gd name="f1" fmla="val 31858"/>
            </a:avLst>
            <a:gdLst>
              <a:gd name="f2" fmla="val 10800000"/>
              <a:gd name="f3" fmla="val 5400000"/>
              <a:gd name="f4" fmla="val 180"/>
              <a:gd name="f5" fmla="val w"/>
              <a:gd name="f6" fmla="val h"/>
              <a:gd name="f7" fmla="val 0"/>
              <a:gd name="f8" fmla="val 21600"/>
              <a:gd name="f9" fmla="*/ 5419351 1 1725033"/>
              <a:gd name="f10" fmla="val 2147483647"/>
              <a:gd name="f11" fmla="val 1930"/>
              <a:gd name="f12" fmla="val 7160"/>
              <a:gd name="f13" fmla="val 1530"/>
              <a:gd name="f14" fmla="val 4490"/>
              <a:gd name="f15" fmla="val 3400"/>
              <a:gd name="f16" fmla="val 1970"/>
              <a:gd name="f17" fmla="val 5270"/>
              <a:gd name="f18" fmla="val 5860"/>
              <a:gd name="f19" fmla="val 1950"/>
              <a:gd name="f20" fmla="val 6470"/>
              <a:gd name="f21" fmla="val 2210"/>
              <a:gd name="f22" fmla="val 6970"/>
              <a:gd name="f23" fmla="val 2600"/>
              <a:gd name="f24" fmla="val 7450"/>
              <a:gd name="f25" fmla="val 1390"/>
              <a:gd name="f26" fmla="val 8340"/>
              <a:gd name="f27" fmla="val 650"/>
              <a:gd name="f28" fmla="val 9340"/>
              <a:gd name="f29" fmla="val 10004"/>
              <a:gd name="f30" fmla="val 690"/>
              <a:gd name="f31" fmla="val 10710"/>
              <a:gd name="f32" fmla="val 1050"/>
              <a:gd name="f33" fmla="val 11210"/>
              <a:gd name="f34" fmla="val 1700"/>
              <a:gd name="f35" fmla="val 11570"/>
              <a:gd name="f36" fmla="val 630"/>
              <a:gd name="f37" fmla="val 12330"/>
              <a:gd name="f38" fmla="val 13150"/>
              <a:gd name="f39" fmla="val 13840"/>
              <a:gd name="f40" fmla="val 14470"/>
              <a:gd name="f41" fmla="val 460"/>
              <a:gd name="f42" fmla="val 14870"/>
              <a:gd name="f43" fmla="val 1160"/>
              <a:gd name="f44" fmla="val 15330"/>
              <a:gd name="f45" fmla="val 440"/>
              <a:gd name="f46" fmla="val 16020"/>
              <a:gd name="f47" fmla="val 16740"/>
              <a:gd name="f48" fmla="val 17910"/>
              <a:gd name="f49" fmla="val 18900"/>
              <a:gd name="f50" fmla="val 1130"/>
              <a:gd name="f51" fmla="val 19110"/>
              <a:gd name="f52" fmla="val 2710"/>
              <a:gd name="f53" fmla="val 20240"/>
              <a:gd name="f54" fmla="val 3150"/>
              <a:gd name="f55" fmla="val 21060"/>
              <a:gd name="f56" fmla="val 4580"/>
              <a:gd name="f57" fmla="val 6220"/>
              <a:gd name="f58" fmla="val 6720"/>
              <a:gd name="f59" fmla="val 21000"/>
              <a:gd name="f60" fmla="val 7200"/>
              <a:gd name="f61" fmla="val 20830"/>
              <a:gd name="f62" fmla="val 7660"/>
              <a:gd name="f63" fmla="val 21310"/>
              <a:gd name="f64" fmla="val 8460"/>
              <a:gd name="f65" fmla="val 9450"/>
              <a:gd name="f66" fmla="val 10460"/>
              <a:gd name="f67" fmla="val 12750"/>
              <a:gd name="f68" fmla="val 20310"/>
              <a:gd name="f69" fmla="val 14680"/>
              <a:gd name="f70" fmla="val 18650"/>
              <a:gd name="f71" fmla="val 15010"/>
              <a:gd name="f72" fmla="val 17200"/>
              <a:gd name="f73" fmla="val 17370"/>
              <a:gd name="f74" fmla="val 18920"/>
              <a:gd name="f75" fmla="val 15770"/>
              <a:gd name="f76" fmla="val 15220"/>
              <a:gd name="f77" fmla="val 14700"/>
              <a:gd name="f78" fmla="val 18710"/>
              <a:gd name="f79" fmla="val 14240"/>
              <a:gd name="f80" fmla="val 18310"/>
              <a:gd name="f81" fmla="val 13820"/>
              <a:gd name="f82" fmla="val 12490"/>
              <a:gd name="f83" fmla="val 11000"/>
              <a:gd name="f84" fmla="val 9890"/>
              <a:gd name="f85" fmla="val 8840"/>
              <a:gd name="f86" fmla="val 20790"/>
              <a:gd name="f87" fmla="val 8210"/>
              <a:gd name="f88" fmla="val 19510"/>
              <a:gd name="f89" fmla="val 7620"/>
              <a:gd name="f90" fmla="val 20000"/>
              <a:gd name="f91" fmla="val 7930"/>
              <a:gd name="f92" fmla="val 20290"/>
              <a:gd name="f93" fmla="val 6240"/>
              <a:gd name="f94" fmla="val 4850"/>
              <a:gd name="f95" fmla="val 3570"/>
              <a:gd name="f96" fmla="val 19280"/>
              <a:gd name="f97" fmla="val 2900"/>
              <a:gd name="f98" fmla="val 17640"/>
              <a:gd name="f99" fmla="val 1300"/>
              <a:gd name="f100" fmla="val 17600"/>
              <a:gd name="f101" fmla="val 480"/>
              <a:gd name="f102" fmla="val 16300"/>
              <a:gd name="f103" fmla="val 14660"/>
              <a:gd name="f104" fmla="val 13900"/>
              <a:gd name="f105" fmla="val 13210"/>
              <a:gd name="f106" fmla="val 1070"/>
              <a:gd name="f107" fmla="val 12640"/>
              <a:gd name="f108" fmla="val 380"/>
              <a:gd name="f109" fmla="val 12160"/>
              <a:gd name="f110" fmla="val 10120"/>
              <a:gd name="f111" fmla="val 8590"/>
              <a:gd name="f112" fmla="val 840"/>
              <a:gd name="f113" fmla="val 7330"/>
              <a:gd name="f114" fmla="val 7410"/>
              <a:gd name="f115" fmla="val 2040"/>
              <a:gd name="f116" fmla="val 7690"/>
              <a:gd name="f117" fmla="val 2090"/>
              <a:gd name="f118" fmla="val 7920"/>
              <a:gd name="f119" fmla="val 2790"/>
              <a:gd name="f120" fmla="val 7480"/>
              <a:gd name="f121" fmla="val 3050"/>
              <a:gd name="f122" fmla="val 7670"/>
              <a:gd name="f123" fmla="val 3310"/>
              <a:gd name="f124" fmla="val 11130"/>
              <a:gd name="f125" fmla="val 1910"/>
              <a:gd name="f126" fmla="val 11080"/>
              <a:gd name="f127" fmla="val 2160"/>
              <a:gd name="f128" fmla="val 11030"/>
              <a:gd name="f129" fmla="val 2400"/>
              <a:gd name="f130" fmla="val 14720"/>
              <a:gd name="f131" fmla="val 1400"/>
              <a:gd name="f132" fmla="val 14640"/>
              <a:gd name="f133" fmla="val 1720"/>
              <a:gd name="f134" fmla="val 14540"/>
              <a:gd name="f135" fmla="val 2010"/>
              <a:gd name="f136" fmla="val 19130"/>
              <a:gd name="f137" fmla="val 2890"/>
              <a:gd name="f138" fmla="val 19230"/>
              <a:gd name="f139" fmla="val 3290"/>
              <a:gd name="f140" fmla="val 19190"/>
              <a:gd name="f141" fmla="val 3380"/>
              <a:gd name="f142" fmla="val 20660"/>
              <a:gd name="f143" fmla="val 8170"/>
              <a:gd name="f144" fmla="val 20430"/>
              <a:gd name="f145" fmla="val 8620"/>
              <a:gd name="f146" fmla="val 20110"/>
              <a:gd name="f147" fmla="val 8990"/>
              <a:gd name="f148" fmla="val 18660"/>
              <a:gd name="f149" fmla="val 18740"/>
              <a:gd name="f150" fmla="val 14200"/>
              <a:gd name="f151" fmla="val 18280"/>
              <a:gd name="f152" fmla="val 12200"/>
              <a:gd name="f153" fmla="val 17000"/>
              <a:gd name="f154" fmla="val 11450"/>
              <a:gd name="f155" fmla="val 14320"/>
              <a:gd name="f156" fmla="val 17980"/>
              <a:gd name="f157" fmla="val 14350"/>
              <a:gd name="f158" fmla="val 17680"/>
              <a:gd name="f159" fmla="val 14370"/>
              <a:gd name="f160" fmla="val 17360"/>
              <a:gd name="f161" fmla="val 8220"/>
              <a:gd name="f162" fmla="val 8060"/>
              <a:gd name="f163" fmla="val 19250"/>
              <a:gd name="f164" fmla="val 7960"/>
              <a:gd name="f165" fmla="val 18950"/>
              <a:gd name="f166" fmla="val 7860"/>
              <a:gd name="f167" fmla="val 18640"/>
              <a:gd name="f168" fmla="val 3090"/>
              <a:gd name="f169" fmla="val 3280"/>
              <a:gd name="f170" fmla="val 17540"/>
              <a:gd name="f171" fmla="val 3460"/>
              <a:gd name="f172" fmla="val 17450"/>
              <a:gd name="f173" fmla="val 12900"/>
              <a:gd name="f174" fmla="val 1780"/>
              <a:gd name="f175" fmla="val 13130"/>
              <a:gd name="f176" fmla="val 2330"/>
              <a:gd name="f177" fmla="val 13040"/>
              <a:gd name="f178" fmla="*/ 1800 1800 1"/>
              <a:gd name="f179" fmla="+- 0 0 23592960"/>
              <a:gd name="f180" fmla="val 1800"/>
              <a:gd name="f181" fmla="*/ 1200 1200 1"/>
              <a:gd name="f182" fmla="val 1200"/>
              <a:gd name="f183" fmla="*/ 700 700 1"/>
              <a:gd name="f184" fmla="val 700"/>
              <a:gd name="f185" fmla="val -2147483647"/>
              <a:gd name="f186" fmla="+- 0 0 -270"/>
              <a:gd name="f187" fmla="+- 0 0 180"/>
              <a:gd name="f188" fmla="+- 0 0 -90"/>
              <a:gd name="f189" fmla="+- 0 0 0"/>
              <a:gd name="f190" fmla="+- 0 0 -212"/>
              <a:gd name="f191" fmla="*/ f5 1 21600"/>
              <a:gd name="f192" fmla="*/ f6 1 21600"/>
              <a:gd name="f193" fmla="val f7"/>
              <a:gd name="f194" fmla="val f8"/>
              <a:gd name="f195" fmla="*/ 0 f9 1"/>
              <a:gd name="f196" fmla="*/ f7 f2 1"/>
              <a:gd name="f197" fmla="*/ f179 f2 1"/>
              <a:gd name="f198" fmla="pin -2147483647 f0 2147483647"/>
              <a:gd name="f199" fmla="pin -2147483647 f1 2147483647"/>
              <a:gd name="f200" fmla="*/ f186 f2 1"/>
              <a:gd name="f201" fmla="*/ f187 f2 1"/>
              <a:gd name="f202" fmla="*/ f188 f2 1"/>
              <a:gd name="f203" fmla="*/ f189 f2 1"/>
              <a:gd name="f204" fmla="*/ f190 f2 1"/>
              <a:gd name="f205" fmla="+- f194 0 f193"/>
              <a:gd name="f206" fmla="val f198"/>
              <a:gd name="f207" fmla="val f199"/>
              <a:gd name="f208" fmla="*/ f195 1 f4"/>
              <a:gd name="f209" fmla="*/ f196 1 f4"/>
              <a:gd name="f210" fmla="*/ f197 1 f4"/>
              <a:gd name="f211" fmla="*/ f198 f191 1"/>
              <a:gd name="f212" fmla="*/ f199 f192 1"/>
              <a:gd name="f213" fmla="*/ f200 1 f4"/>
              <a:gd name="f214" fmla="*/ f201 1 f4"/>
              <a:gd name="f215" fmla="*/ f202 1 f4"/>
              <a:gd name="f216" fmla="*/ f203 1 f4"/>
              <a:gd name="f217" fmla="*/ f204 1 f4"/>
              <a:gd name="f218" fmla="*/ f205 1 21600"/>
              <a:gd name="f219" fmla="+- f206 0 10800"/>
              <a:gd name="f220" fmla="+- f207 0 10800"/>
              <a:gd name="f221" fmla="+- 0 0 f208"/>
              <a:gd name="f222" fmla="+- f209 0 f3"/>
              <a:gd name="f223" fmla="+- f210 0 f3"/>
              <a:gd name="f224" fmla="+- f213 0 f3"/>
              <a:gd name="f225" fmla="+- f214 0 f3"/>
              <a:gd name="f226" fmla="+- f215 0 f3"/>
              <a:gd name="f227" fmla="+- f216 0 f3"/>
              <a:gd name="f228" fmla="*/ f206 f191 1"/>
              <a:gd name="f229" fmla="*/ f207 f192 1"/>
              <a:gd name="f230" fmla="+- f217 0 f3"/>
              <a:gd name="f231" fmla="*/ 3000 f218 1"/>
              <a:gd name="f232" fmla="*/ 17110 f218 1"/>
              <a:gd name="f233" fmla="*/ 17330 f218 1"/>
              <a:gd name="f234" fmla="*/ 3320 f218 1"/>
              <a:gd name="f235" fmla="*/ 0 f218 1"/>
              <a:gd name="f236" fmla="*/ 10800 f218 1"/>
              <a:gd name="f237" fmla="*/ 21600 f218 1"/>
              <a:gd name="f238" fmla="+- 0 0 f220"/>
              <a:gd name="f239" fmla="+- 0 0 f219"/>
              <a:gd name="f240" fmla="*/ f221 f2 1"/>
              <a:gd name="f241" fmla="+- f223 0 f222"/>
              <a:gd name="f242" fmla="+- 0 0 f238"/>
              <a:gd name="f243" fmla="+- 0 0 f239"/>
              <a:gd name="f244" fmla="*/ f240 1 f9"/>
              <a:gd name="f245" fmla="*/ f235 1 f218"/>
              <a:gd name="f246" fmla="*/ f236 1 f218"/>
              <a:gd name="f247" fmla="*/ f237 1 f218"/>
              <a:gd name="f248" fmla="*/ f231 1 f218"/>
              <a:gd name="f249" fmla="*/ f232 1 f218"/>
              <a:gd name="f250" fmla="*/ f234 1 f218"/>
              <a:gd name="f251" fmla="*/ f233 1 f218"/>
              <a:gd name="f252" fmla="+- 0 0 f242"/>
              <a:gd name="f253" fmla="+- 0 0 f243"/>
              <a:gd name="f254" fmla="+- f244 0 f3"/>
              <a:gd name="f255" fmla="*/ f248 f191 1"/>
              <a:gd name="f256" fmla="*/ f249 f191 1"/>
              <a:gd name="f257" fmla="*/ f251 f192 1"/>
              <a:gd name="f258" fmla="*/ f250 f192 1"/>
              <a:gd name="f259" fmla="*/ f245 f191 1"/>
              <a:gd name="f260" fmla="*/ f246 f192 1"/>
              <a:gd name="f261" fmla="*/ f246 f191 1"/>
              <a:gd name="f262" fmla="*/ f247 f192 1"/>
              <a:gd name="f263" fmla="*/ f247 f191 1"/>
              <a:gd name="f264" fmla="*/ f245 f192 1"/>
              <a:gd name="f265" fmla="at2 f252 f253"/>
              <a:gd name="f266" fmla="+- f254 f3 0"/>
              <a:gd name="f267" fmla="+- f265 f3 0"/>
              <a:gd name="f268" fmla="*/ f266 f9 1"/>
              <a:gd name="f269" fmla="*/ f267 f9 1"/>
              <a:gd name="f270" fmla="*/ f268 1 f2"/>
              <a:gd name="f271" fmla="*/ f269 1 f2"/>
              <a:gd name="f272" fmla="+- 0 0 f270"/>
              <a:gd name="f273" fmla="+- 0 0 f271"/>
              <a:gd name="f274" fmla="+- 0 0 f272"/>
              <a:gd name="f275" fmla="val f273"/>
              <a:gd name="f276" fmla="*/ f274 f2 1"/>
              <a:gd name="f277" fmla="+- 0 0 f275"/>
              <a:gd name="f278" fmla="*/ f276 1 f9"/>
              <a:gd name="f279" fmla="*/ f277 f2 1"/>
              <a:gd name="f280" fmla="+- f278 0 f3"/>
              <a:gd name="f281" fmla="*/ f279 1 f9"/>
              <a:gd name="f282" fmla="cos 1 f280"/>
              <a:gd name="f283" fmla="sin 1 f280"/>
              <a:gd name="f284" fmla="+- f281 0 f3"/>
              <a:gd name="f285" fmla="+- 0 0 f282"/>
              <a:gd name="f286" fmla="+- 0 0 f283"/>
              <a:gd name="f287" fmla="+- 0 0 f285"/>
              <a:gd name="f288" fmla="+- 0 0 f286"/>
              <a:gd name="f289" fmla="+- f284 f3 0"/>
              <a:gd name="f290" fmla="val f287"/>
              <a:gd name="f291" fmla="val f288"/>
              <a:gd name="f292" fmla="*/ f289 f9 1"/>
              <a:gd name="f293" fmla="+- 0 0 f290"/>
              <a:gd name="f294" fmla="+- 0 0 f291"/>
              <a:gd name="f295" fmla="*/ f292 1 f2"/>
              <a:gd name="f296" fmla="*/ 1800 f293 1"/>
              <a:gd name="f297" fmla="*/ 1800 f294 1"/>
              <a:gd name="f298" fmla="*/ 1200 f293 1"/>
              <a:gd name="f299" fmla="*/ 1200 f294 1"/>
              <a:gd name="f300" fmla="*/ 700 f293 1"/>
              <a:gd name="f301" fmla="*/ 700 f294 1"/>
              <a:gd name="f302" fmla="+- 0 0 f295"/>
              <a:gd name="f303" fmla="*/ f296 f296 1"/>
              <a:gd name="f304" fmla="*/ f297 f297 1"/>
              <a:gd name="f305" fmla="*/ f298 f298 1"/>
              <a:gd name="f306" fmla="*/ f299 f299 1"/>
              <a:gd name="f307" fmla="*/ f300 f300 1"/>
              <a:gd name="f308" fmla="*/ f301 f301 1"/>
              <a:gd name="f309" fmla="+- 0 0 f302"/>
              <a:gd name="f310" fmla="+- f303 f304 0"/>
              <a:gd name="f311" fmla="+- f305 f306 0"/>
              <a:gd name="f312" fmla="+- f307 f308 0"/>
              <a:gd name="f313" fmla="*/ f309 f2 1"/>
              <a:gd name="f314" fmla="sqrt f310"/>
              <a:gd name="f315" fmla="sqrt f311"/>
              <a:gd name="f316" fmla="sqrt f312"/>
              <a:gd name="f317" fmla="*/ f313 1 f9"/>
              <a:gd name="f318" fmla="*/ f178 1 f314"/>
              <a:gd name="f319" fmla="*/ f181 1 f315"/>
              <a:gd name="f320" fmla="*/ f183 1 f316"/>
              <a:gd name="f321" fmla="+- f317 0 f3"/>
              <a:gd name="f322" fmla="*/ f293 f318 1"/>
              <a:gd name="f323" fmla="*/ f294 f318 1"/>
              <a:gd name="f324" fmla="*/ f293 f319 1"/>
              <a:gd name="f325" fmla="*/ f294 f319 1"/>
              <a:gd name="f326" fmla="*/ f293 f320 1"/>
              <a:gd name="f327" fmla="*/ f294 f320 1"/>
              <a:gd name="f328" fmla="sin 1 f321"/>
              <a:gd name="f329" fmla="cos 1 f321"/>
              <a:gd name="f330" fmla="+- f206 0 f326"/>
              <a:gd name="f331" fmla="+- f207 0 f327"/>
              <a:gd name="f332" fmla="+- 0 0 f328"/>
              <a:gd name="f333" fmla="+- 0 0 f329"/>
              <a:gd name="f334" fmla="+- 0 0 f332"/>
              <a:gd name="f335" fmla="+- 0 0 f333"/>
              <a:gd name="f336" fmla="val f334"/>
              <a:gd name="f337" fmla="val f335"/>
              <a:gd name="f338" fmla="+- 0 0 f336"/>
              <a:gd name="f339" fmla="+- 0 0 f337"/>
              <a:gd name="f340" fmla="*/ 10800 f338 1"/>
              <a:gd name="f341" fmla="*/ 10800 f339 1"/>
              <a:gd name="f342" fmla="+- f340 10800 0"/>
              <a:gd name="f343" fmla="+- f341 10800 0"/>
              <a:gd name="f344" fmla="*/ f340 1 12"/>
              <a:gd name="f345" fmla="*/ f341 1 12"/>
              <a:gd name="f346" fmla="+- f206 0 f342"/>
              <a:gd name="f347" fmla="+- f207 0 f343"/>
              <a:gd name="f348" fmla="*/ f346 1 3"/>
              <a:gd name="f349" fmla="*/ f347 1 3"/>
              <a:gd name="f350" fmla="*/ f346 2 1"/>
              <a:gd name="f351" fmla="*/ f347 2 1"/>
              <a:gd name="f352" fmla="*/ f350 1 3"/>
              <a:gd name="f353" fmla="*/ f351 1 3"/>
              <a:gd name="f354" fmla="+- f348 f342 0"/>
              <a:gd name="f355" fmla="+- f349 f343 0"/>
              <a:gd name="f356" fmla="+- f354 0 f344"/>
              <a:gd name="f357" fmla="+- f355 0 f345"/>
              <a:gd name="f358" fmla="+- f352 f342 0"/>
              <a:gd name="f359" fmla="+- f353 f343 0"/>
              <a:gd name="f360" fmla="+- f356 0 f322"/>
              <a:gd name="f361" fmla="+- f357 0 f323"/>
              <a:gd name="f362" fmla="+- f358 0 f324"/>
              <a:gd name="f363" fmla="+- f359 0 f325"/>
            </a:gdLst>
            <a:ahLst>
              <a:ahXY gdRefX="f0" minX="f185" maxX="f10" gdRefY="f1" minY="f185" maxY="f10">
                <a:pos x="f211" y="f212"/>
              </a:ahXY>
            </a:ahLst>
            <a:cxnLst>
              <a:cxn ang="3cd4">
                <a:pos x="hc" y="t"/>
              </a:cxn>
              <a:cxn ang="0">
                <a:pos x="r" y="vc"/>
              </a:cxn>
              <a:cxn ang="cd4">
                <a:pos x="hc" y="b"/>
              </a:cxn>
              <a:cxn ang="cd2">
                <a:pos x="l" y="vc"/>
              </a:cxn>
              <a:cxn ang="f224">
                <a:pos x="f259" y="f260"/>
              </a:cxn>
              <a:cxn ang="f225">
                <a:pos x="f261" y="f262"/>
              </a:cxn>
              <a:cxn ang="f226">
                <a:pos x="f263" y="f260"/>
              </a:cxn>
              <a:cxn ang="f227">
                <a:pos x="f261" y="f264"/>
              </a:cxn>
              <a:cxn ang="f230">
                <a:pos x="f228" y="f229"/>
              </a:cxn>
            </a:cxnLst>
            <a:rect l="f255" t="f258" r="f256" b="f257"/>
            <a:pathLst>
              <a:path w="21600" h="21600">
                <a:moveTo>
                  <a:pt x="f11" y="f12"/>
                </a:moveTo>
                <a:cubicBezTo>
                  <a:pt x="f13" y="f14"/>
                  <a:pt x="f15" y="f16"/>
                  <a:pt x="f17" y="f16"/>
                </a:cubicBezTo>
                <a:cubicBezTo>
                  <a:pt x="f18" y="f19"/>
                  <a:pt x="f20" y="f21"/>
                  <a:pt x="f22" y="f23"/>
                </a:cubicBezTo>
                <a:cubicBezTo>
                  <a:pt x="f24" y="f25"/>
                  <a:pt x="f26" y="f27"/>
                  <a:pt x="f28" y="f27"/>
                </a:cubicBezTo>
                <a:cubicBezTo>
                  <a:pt x="f29" y="f30"/>
                  <a:pt x="f31" y="f32"/>
                  <a:pt x="f33" y="f34"/>
                </a:cubicBezTo>
                <a:cubicBezTo>
                  <a:pt x="f35" y="f36"/>
                  <a:pt x="f37" y="f7"/>
                  <a:pt x="f38" y="f7"/>
                </a:cubicBezTo>
                <a:cubicBezTo>
                  <a:pt x="f39" y="f7"/>
                  <a:pt x="f40" y="f41"/>
                  <a:pt x="f42" y="f43"/>
                </a:cubicBezTo>
                <a:cubicBezTo>
                  <a:pt x="f44" y="f45"/>
                  <a:pt x="f46" y="f7"/>
                  <a:pt x="f47" y="f7"/>
                </a:cubicBezTo>
                <a:cubicBezTo>
                  <a:pt x="f48" y="f7"/>
                  <a:pt x="f49" y="f50"/>
                  <a:pt x="f51" y="f52"/>
                </a:cubicBezTo>
                <a:cubicBezTo>
                  <a:pt x="f53" y="f54"/>
                  <a:pt x="f55" y="f56"/>
                  <a:pt x="f55" y="f57"/>
                </a:cubicBezTo>
                <a:cubicBezTo>
                  <a:pt x="f55" y="f58"/>
                  <a:pt x="f59" y="f60"/>
                  <a:pt x="f61" y="f62"/>
                </a:cubicBezTo>
                <a:cubicBezTo>
                  <a:pt x="f63" y="f64"/>
                  <a:pt x="f8" y="f65"/>
                  <a:pt x="f8" y="f66"/>
                </a:cubicBezTo>
                <a:cubicBezTo>
                  <a:pt x="f8" y="f67"/>
                  <a:pt x="f68" y="f69"/>
                  <a:pt x="f70" y="f71"/>
                </a:cubicBezTo>
                <a:cubicBezTo>
                  <a:pt x="f70" y="f72"/>
                  <a:pt x="f73" y="f74"/>
                  <a:pt x="f75" y="f74"/>
                </a:cubicBezTo>
                <a:cubicBezTo>
                  <a:pt x="f76" y="f74"/>
                  <a:pt x="f77" y="f78"/>
                  <a:pt x="f79" y="f80"/>
                </a:cubicBezTo>
                <a:cubicBezTo>
                  <a:pt x="f81" y="f53"/>
                  <a:pt x="f82" y="f8"/>
                  <a:pt x="f83" y="f8"/>
                </a:cubicBezTo>
                <a:cubicBezTo>
                  <a:pt x="f84" y="f8"/>
                  <a:pt x="f85" y="f86"/>
                  <a:pt x="f87" y="f88"/>
                </a:cubicBezTo>
                <a:cubicBezTo>
                  <a:pt x="f89" y="f90"/>
                  <a:pt x="f91" y="f92"/>
                  <a:pt x="f93" y="f92"/>
                </a:cubicBezTo>
                <a:cubicBezTo>
                  <a:pt x="f94" y="f92"/>
                  <a:pt x="f95" y="f96"/>
                  <a:pt x="f97" y="f98"/>
                </a:cubicBezTo>
                <a:cubicBezTo>
                  <a:pt x="f99" y="f100"/>
                  <a:pt x="f101" y="f102"/>
                  <a:pt x="f101" y="f103"/>
                </a:cubicBezTo>
                <a:cubicBezTo>
                  <a:pt x="f101" y="f104"/>
                  <a:pt x="f30" y="f105"/>
                  <a:pt x="f106" y="f107"/>
                </a:cubicBezTo>
                <a:cubicBezTo>
                  <a:pt x="f108" y="f109"/>
                  <a:pt x="f7" y="f33"/>
                  <a:pt x="f7" y="f110"/>
                </a:cubicBezTo>
                <a:cubicBezTo>
                  <a:pt x="f7" y="f111"/>
                  <a:pt x="f112" y="f113"/>
                  <a:pt x="f11" y="f12"/>
                </a:cubicBezTo>
                <a:close/>
              </a:path>
              <a:path w="21600" h="21600" fill="none">
                <a:moveTo>
                  <a:pt x="f11" y="f12"/>
                </a:moveTo>
                <a:cubicBezTo>
                  <a:pt x="f19" y="f114"/>
                  <a:pt x="f115" y="f116"/>
                  <a:pt x="f117" y="f118"/>
                </a:cubicBezTo>
              </a:path>
              <a:path w="21600" h="21600" fill="none">
                <a:moveTo>
                  <a:pt x="f22" y="f23"/>
                </a:moveTo>
                <a:cubicBezTo>
                  <a:pt x="f60" y="f119"/>
                  <a:pt x="f120" y="f121"/>
                  <a:pt x="f122" y="f123"/>
                </a:cubicBezTo>
              </a:path>
              <a:path w="21600" h="21600" fill="none">
                <a:moveTo>
                  <a:pt x="f33" y="f34"/>
                </a:moveTo>
                <a:cubicBezTo>
                  <a:pt x="f124" y="f125"/>
                  <a:pt x="f126" y="f127"/>
                  <a:pt x="f128" y="f129"/>
                </a:cubicBezTo>
              </a:path>
              <a:path w="21600" h="21600" fill="none">
                <a:moveTo>
                  <a:pt x="f42" y="f43"/>
                </a:moveTo>
                <a:cubicBezTo>
                  <a:pt x="f130" y="f131"/>
                  <a:pt x="f132" y="f133"/>
                  <a:pt x="f134" y="f135"/>
                </a:cubicBezTo>
              </a:path>
              <a:path w="21600" h="21600" fill="none">
                <a:moveTo>
                  <a:pt x="f51" y="f52"/>
                </a:moveTo>
                <a:cubicBezTo>
                  <a:pt x="f136" y="f137"/>
                  <a:pt x="f138" y="f139"/>
                  <a:pt x="f140" y="f141"/>
                </a:cubicBezTo>
              </a:path>
              <a:path w="21600" h="21600" fill="none">
                <a:moveTo>
                  <a:pt x="f61" y="f62"/>
                </a:moveTo>
                <a:cubicBezTo>
                  <a:pt x="f142" y="f143"/>
                  <a:pt x="f144" y="f145"/>
                  <a:pt x="f146" y="f147"/>
                </a:cubicBezTo>
              </a:path>
              <a:path w="21600" h="21600" fill="none">
                <a:moveTo>
                  <a:pt x="f148" y="f71"/>
                </a:moveTo>
                <a:cubicBezTo>
                  <a:pt x="f149" y="f150"/>
                  <a:pt x="f151" y="f152"/>
                  <a:pt x="f153" y="f154"/>
                </a:cubicBezTo>
              </a:path>
              <a:path w="21600" h="21600" fill="none">
                <a:moveTo>
                  <a:pt x="f79" y="f80"/>
                </a:moveTo>
                <a:cubicBezTo>
                  <a:pt x="f155" y="f156"/>
                  <a:pt x="f157" y="f158"/>
                  <a:pt x="f159" y="f160"/>
                </a:cubicBezTo>
              </a:path>
              <a:path w="21600" h="21600" fill="none">
                <a:moveTo>
                  <a:pt x="f161" y="f88"/>
                </a:moveTo>
                <a:cubicBezTo>
                  <a:pt x="f162" y="f163"/>
                  <a:pt x="f164" y="f165"/>
                  <a:pt x="f166" y="f167"/>
                </a:cubicBezTo>
              </a:path>
              <a:path w="21600" h="21600" fill="none">
                <a:moveTo>
                  <a:pt x="f97" y="f98"/>
                </a:moveTo>
                <a:cubicBezTo>
                  <a:pt x="f168" y="f100"/>
                  <a:pt x="f169" y="f170"/>
                  <a:pt x="f171" y="f172"/>
                </a:cubicBezTo>
              </a:path>
              <a:path w="21600" h="21600" fill="none">
                <a:moveTo>
                  <a:pt x="f106" y="f107"/>
                </a:moveTo>
                <a:cubicBezTo>
                  <a:pt x="f131" y="f173"/>
                  <a:pt x="f174" y="f175"/>
                  <a:pt x="f176" y="f177"/>
                </a:cubicBezTo>
              </a:path>
              <a:path w="21600" h="21600">
                <a:moveTo>
                  <a:pt x="f360" y="f361"/>
                </a:moveTo>
                <a:arcTo wR="f180" hR="f180" stAng="f222" swAng="f241"/>
                <a:close/>
              </a:path>
              <a:path w="21600" h="21600">
                <a:moveTo>
                  <a:pt x="f362" y="f363"/>
                </a:moveTo>
                <a:arcTo wR="f182" hR="f182" stAng="f222" swAng="f241"/>
                <a:close/>
              </a:path>
              <a:path w="21600" h="21600">
                <a:moveTo>
                  <a:pt x="f330" y="f331"/>
                </a:moveTo>
                <a:arcTo wR="f184" hR="f184" stAng="f222" swAng="f241"/>
                <a:close/>
              </a:path>
            </a:pathLst>
          </a:custGeom>
          <a:solidFill>
            <a:srgbClr val="FFFFFF"/>
          </a:solidFill>
          <a:ln w="12701" cap="flat">
            <a:solidFill>
              <a:srgbClr val="70AD47"/>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I am useless</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I am worthless</a:t>
            </a:r>
          </a:p>
        </p:txBody>
      </p:sp>
      <p:sp>
        <p:nvSpPr>
          <p:cNvPr id="6" name="Thought Bubble: Cloud 10">
            <a:extLst>
              <a:ext uri="{FF2B5EF4-FFF2-40B4-BE49-F238E27FC236}">
                <a16:creationId xmlns:a16="http://schemas.microsoft.com/office/drawing/2014/main" id="{905C37C1-1DE5-49C1-BAD7-FF33B94CD7C3}"/>
              </a:ext>
            </a:extLst>
          </p:cNvPr>
          <p:cNvSpPr/>
          <p:nvPr/>
        </p:nvSpPr>
        <p:spPr>
          <a:xfrm>
            <a:off x="8524567" y="4296701"/>
            <a:ext cx="3215149" cy="1995943"/>
          </a:xfrm>
          <a:custGeom>
            <a:avLst>
              <a:gd name="f0" fmla="val 2535"/>
              <a:gd name="f1" fmla="val -9707"/>
            </a:avLst>
            <a:gdLst>
              <a:gd name="f2" fmla="val 10800000"/>
              <a:gd name="f3" fmla="val 5400000"/>
              <a:gd name="f4" fmla="val 180"/>
              <a:gd name="f5" fmla="val w"/>
              <a:gd name="f6" fmla="val h"/>
              <a:gd name="f7" fmla="val 0"/>
              <a:gd name="f8" fmla="val 21600"/>
              <a:gd name="f9" fmla="*/ 5419351 1 1725033"/>
              <a:gd name="f10" fmla="val 2147483647"/>
              <a:gd name="f11" fmla="val 1930"/>
              <a:gd name="f12" fmla="val 7160"/>
              <a:gd name="f13" fmla="val 1530"/>
              <a:gd name="f14" fmla="val 4490"/>
              <a:gd name="f15" fmla="val 3400"/>
              <a:gd name="f16" fmla="val 1970"/>
              <a:gd name="f17" fmla="val 5270"/>
              <a:gd name="f18" fmla="val 5860"/>
              <a:gd name="f19" fmla="val 1950"/>
              <a:gd name="f20" fmla="val 6470"/>
              <a:gd name="f21" fmla="val 2210"/>
              <a:gd name="f22" fmla="val 6970"/>
              <a:gd name="f23" fmla="val 2600"/>
              <a:gd name="f24" fmla="val 7450"/>
              <a:gd name="f25" fmla="val 1390"/>
              <a:gd name="f26" fmla="val 8340"/>
              <a:gd name="f27" fmla="val 650"/>
              <a:gd name="f28" fmla="val 9340"/>
              <a:gd name="f29" fmla="val 10004"/>
              <a:gd name="f30" fmla="val 690"/>
              <a:gd name="f31" fmla="val 10710"/>
              <a:gd name="f32" fmla="val 1050"/>
              <a:gd name="f33" fmla="val 11210"/>
              <a:gd name="f34" fmla="val 1700"/>
              <a:gd name="f35" fmla="val 11570"/>
              <a:gd name="f36" fmla="val 630"/>
              <a:gd name="f37" fmla="val 12330"/>
              <a:gd name="f38" fmla="val 13150"/>
              <a:gd name="f39" fmla="val 13840"/>
              <a:gd name="f40" fmla="val 14470"/>
              <a:gd name="f41" fmla="val 460"/>
              <a:gd name="f42" fmla="val 14870"/>
              <a:gd name="f43" fmla="val 1160"/>
              <a:gd name="f44" fmla="val 15330"/>
              <a:gd name="f45" fmla="val 440"/>
              <a:gd name="f46" fmla="val 16020"/>
              <a:gd name="f47" fmla="val 16740"/>
              <a:gd name="f48" fmla="val 17910"/>
              <a:gd name="f49" fmla="val 18900"/>
              <a:gd name="f50" fmla="val 1130"/>
              <a:gd name="f51" fmla="val 19110"/>
              <a:gd name="f52" fmla="val 2710"/>
              <a:gd name="f53" fmla="val 20240"/>
              <a:gd name="f54" fmla="val 3150"/>
              <a:gd name="f55" fmla="val 21060"/>
              <a:gd name="f56" fmla="val 4580"/>
              <a:gd name="f57" fmla="val 6220"/>
              <a:gd name="f58" fmla="val 6720"/>
              <a:gd name="f59" fmla="val 21000"/>
              <a:gd name="f60" fmla="val 7200"/>
              <a:gd name="f61" fmla="val 20830"/>
              <a:gd name="f62" fmla="val 7660"/>
              <a:gd name="f63" fmla="val 21310"/>
              <a:gd name="f64" fmla="val 8460"/>
              <a:gd name="f65" fmla="val 9450"/>
              <a:gd name="f66" fmla="val 10460"/>
              <a:gd name="f67" fmla="val 12750"/>
              <a:gd name="f68" fmla="val 20310"/>
              <a:gd name="f69" fmla="val 14680"/>
              <a:gd name="f70" fmla="val 18650"/>
              <a:gd name="f71" fmla="val 15010"/>
              <a:gd name="f72" fmla="val 17200"/>
              <a:gd name="f73" fmla="val 17370"/>
              <a:gd name="f74" fmla="val 18920"/>
              <a:gd name="f75" fmla="val 15770"/>
              <a:gd name="f76" fmla="val 15220"/>
              <a:gd name="f77" fmla="val 14700"/>
              <a:gd name="f78" fmla="val 18710"/>
              <a:gd name="f79" fmla="val 14240"/>
              <a:gd name="f80" fmla="val 18310"/>
              <a:gd name="f81" fmla="val 13820"/>
              <a:gd name="f82" fmla="val 12490"/>
              <a:gd name="f83" fmla="val 11000"/>
              <a:gd name="f84" fmla="val 9890"/>
              <a:gd name="f85" fmla="val 8840"/>
              <a:gd name="f86" fmla="val 20790"/>
              <a:gd name="f87" fmla="val 8210"/>
              <a:gd name="f88" fmla="val 19510"/>
              <a:gd name="f89" fmla="val 7620"/>
              <a:gd name="f90" fmla="val 20000"/>
              <a:gd name="f91" fmla="val 7930"/>
              <a:gd name="f92" fmla="val 20290"/>
              <a:gd name="f93" fmla="val 6240"/>
              <a:gd name="f94" fmla="val 4850"/>
              <a:gd name="f95" fmla="val 3570"/>
              <a:gd name="f96" fmla="val 19280"/>
              <a:gd name="f97" fmla="val 2900"/>
              <a:gd name="f98" fmla="val 17640"/>
              <a:gd name="f99" fmla="val 1300"/>
              <a:gd name="f100" fmla="val 17600"/>
              <a:gd name="f101" fmla="val 480"/>
              <a:gd name="f102" fmla="val 16300"/>
              <a:gd name="f103" fmla="val 14660"/>
              <a:gd name="f104" fmla="val 13900"/>
              <a:gd name="f105" fmla="val 13210"/>
              <a:gd name="f106" fmla="val 1070"/>
              <a:gd name="f107" fmla="val 12640"/>
              <a:gd name="f108" fmla="val 380"/>
              <a:gd name="f109" fmla="val 12160"/>
              <a:gd name="f110" fmla="val 10120"/>
              <a:gd name="f111" fmla="val 8590"/>
              <a:gd name="f112" fmla="val 840"/>
              <a:gd name="f113" fmla="val 7330"/>
              <a:gd name="f114" fmla="val 7410"/>
              <a:gd name="f115" fmla="val 2040"/>
              <a:gd name="f116" fmla="val 7690"/>
              <a:gd name="f117" fmla="val 2090"/>
              <a:gd name="f118" fmla="val 7920"/>
              <a:gd name="f119" fmla="val 2790"/>
              <a:gd name="f120" fmla="val 7480"/>
              <a:gd name="f121" fmla="val 3050"/>
              <a:gd name="f122" fmla="val 7670"/>
              <a:gd name="f123" fmla="val 3310"/>
              <a:gd name="f124" fmla="val 11130"/>
              <a:gd name="f125" fmla="val 1910"/>
              <a:gd name="f126" fmla="val 11080"/>
              <a:gd name="f127" fmla="val 2160"/>
              <a:gd name="f128" fmla="val 11030"/>
              <a:gd name="f129" fmla="val 2400"/>
              <a:gd name="f130" fmla="val 14720"/>
              <a:gd name="f131" fmla="val 1400"/>
              <a:gd name="f132" fmla="val 14640"/>
              <a:gd name="f133" fmla="val 1720"/>
              <a:gd name="f134" fmla="val 14540"/>
              <a:gd name="f135" fmla="val 2010"/>
              <a:gd name="f136" fmla="val 19130"/>
              <a:gd name="f137" fmla="val 2890"/>
              <a:gd name="f138" fmla="val 19230"/>
              <a:gd name="f139" fmla="val 3290"/>
              <a:gd name="f140" fmla="val 19190"/>
              <a:gd name="f141" fmla="val 3380"/>
              <a:gd name="f142" fmla="val 20660"/>
              <a:gd name="f143" fmla="val 8170"/>
              <a:gd name="f144" fmla="val 20430"/>
              <a:gd name="f145" fmla="val 8620"/>
              <a:gd name="f146" fmla="val 20110"/>
              <a:gd name="f147" fmla="val 8990"/>
              <a:gd name="f148" fmla="val 18660"/>
              <a:gd name="f149" fmla="val 18740"/>
              <a:gd name="f150" fmla="val 14200"/>
              <a:gd name="f151" fmla="val 18280"/>
              <a:gd name="f152" fmla="val 12200"/>
              <a:gd name="f153" fmla="val 17000"/>
              <a:gd name="f154" fmla="val 11450"/>
              <a:gd name="f155" fmla="val 14320"/>
              <a:gd name="f156" fmla="val 17980"/>
              <a:gd name="f157" fmla="val 14350"/>
              <a:gd name="f158" fmla="val 17680"/>
              <a:gd name="f159" fmla="val 14370"/>
              <a:gd name="f160" fmla="val 17360"/>
              <a:gd name="f161" fmla="val 8220"/>
              <a:gd name="f162" fmla="val 8060"/>
              <a:gd name="f163" fmla="val 19250"/>
              <a:gd name="f164" fmla="val 7960"/>
              <a:gd name="f165" fmla="val 18950"/>
              <a:gd name="f166" fmla="val 7860"/>
              <a:gd name="f167" fmla="val 18640"/>
              <a:gd name="f168" fmla="val 3090"/>
              <a:gd name="f169" fmla="val 3280"/>
              <a:gd name="f170" fmla="val 17540"/>
              <a:gd name="f171" fmla="val 3460"/>
              <a:gd name="f172" fmla="val 17450"/>
              <a:gd name="f173" fmla="val 12900"/>
              <a:gd name="f174" fmla="val 1780"/>
              <a:gd name="f175" fmla="val 13130"/>
              <a:gd name="f176" fmla="val 2330"/>
              <a:gd name="f177" fmla="val 13040"/>
              <a:gd name="f178" fmla="*/ 1800 1800 1"/>
              <a:gd name="f179" fmla="+- 0 0 23592960"/>
              <a:gd name="f180" fmla="val 1800"/>
              <a:gd name="f181" fmla="*/ 1200 1200 1"/>
              <a:gd name="f182" fmla="val 1200"/>
              <a:gd name="f183" fmla="*/ 700 700 1"/>
              <a:gd name="f184" fmla="val 700"/>
              <a:gd name="f185" fmla="val -2147483647"/>
              <a:gd name="f186" fmla="+- 0 0 -270"/>
              <a:gd name="f187" fmla="+- 0 0 180"/>
              <a:gd name="f188" fmla="+- 0 0 -90"/>
              <a:gd name="f189" fmla="+- 0 0 0"/>
              <a:gd name="f190" fmla="+- 0 0 -212"/>
              <a:gd name="f191" fmla="*/ f5 1 21600"/>
              <a:gd name="f192" fmla="*/ f6 1 21600"/>
              <a:gd name="f193" fmla="val f7"/>
              <a:gd name="f194" fmla="val f8"/>
              <a:gd name="f195" fmla="*/ 0 f9 1"/>
              <a:gd name="f196" fmla="*/ f7 f2 1"/>
              <a:gd name="f197" fmla="*/ f179 f2 1"/>
              <a:gd name="f198" fmla="pin -2147483647 f0 2147483647"/>
              <a:gd name="f199" fmla="pin -2147483647 f1 2147483647"/>
              <a:gd name="f200" fmla="*/ f186 f2 1"/>
              <a:gd name="f201" fmla="*/ f187 f2 1"/>
              <a:gd name="f202" fmla="*/ f188 f2 1"/>
              <a:gd name="f203" fmla="*/ f189 f2 1"/>
              <a:gd name="f204" fmla="*/ f190 f2 1"/>
              <a:gd name="f205" fmla="+- f194 0 f193"/>
              <a:gd name="f206" fmla="val f198"/>
              <a:gd name="f207" fmla="val f199"/>
              <a:gd name="f208" fmla="*/ f195 1 f4"/>
              <a:gd name="f209" fmla="*/ f196 1 f4"/>
              <a:gd name="f210" fmla="*/ f197 1 f4"/>
              <a:gd name="f211" fmla="*/ f198 f191 1"/>
              <a:gd name="f212" fmla="*/ f199 f192 1"/>
              <a:gd name="f213" fmla="*/ f200 1 f4"/>
              <a:gd name="f214" fmla="*/ f201 1 f4"/>
              <a:gd name="f215" fmla="*/ f202 1 f4"/>
              <a:gd name="f216" fmla="*/ f203 1 f4"/>
              <a:gd name="f217" fmla="*/ f204 1 f4"/>
              <a:gd name="f218" fmla="*/ f205 1 21600"/>
              <a:gd name="f219" fmla="+- f206 0 10800"/>
              <a:gd name="f220" fmla="+- f207 0 10800"/>
              <a:gd name="f221" fmla="+- 0 0 f208"/>
              <a:gd name="f222" fmla="+- f209 0 f3"/>
              <a:gd name="f223" fmla="+- f210 0 f3"/>
              <a:gd name="f224" fmla="+- f213 0 f3"/>
              <a:gd name="f225" fmla="+- f214 0 f3"/>
              <a:gd name="f226" fmla="+- f215 0 f3"/>
              <a:gd name="f227" fmla="+- f216 0 f3"/>
              <a:gd name="f228" fmla="*/ f206 f191 1"/>
              <a:gd name="f229" fmla="*/ f207 f192 1"/>
              <a:gd name="f230" fmla="+- f217 0 f3"/>
              <a:gd name="f231" fmla="*/ 3000 f218 1"/>
              <a:gd name="f232" fmla="*/ 17110 f218 1"/>
              <a:gd name="f233" fmla="*/ 17330 f218 1"/>
              <a:gd name="f234" fmla="*/ 3320 f218 1"/>
              <a:gd name="f235" fmla="*/ 0 f218 1"/>
              <a:gd name="f236" fmla="*/ 10800 f218 1"/>
              <a:gd name="f237" fmla="*/ 21600 f218 1"/>
              <a:gd name="f238" fmla="+- 0 0 f220"/>
              <a:gd name="f239" fmla="+- 0 0 f219"/>
              <a:gd name="f240" fmla="*/ f221 f2 1"/>
              <a:gd name="f241" fmla="+- f223 0 f222"/>
              <a:gd name="f242" fmla="+- 0 0 f238"/>
              <a:gd name="f243" fmla="+- 0 0 f239"/>
              <a:gd name="f244" fmla="*/ f240 1 f9"/>
              <a:gd name="f245" fmla="*/ f235 1 f218"/>
              <a:gd name="f246" fmla="*/ f236 1 f218"/>
              <a:gd name="f247" fmla="*/ f237 1 f218"/>
              <a:gd name="f248" fmla="*/ f231 1 f218"/>
              <a:gd name="f249" fmla="*/ f232 1 f218"/>
              <a:gd name="f250" fmla="*/ f234 1 f218"/>
              <a:gd name="f251" fmla="*/ f233 1 f218"/>
              <a:gd name="f252" fmla="+- 0 0 f242"/>
              <a:gd name="f253" fmla="+- 0 0 f243"/>
              <a:gd name="f254" fmla="+- f244 0 f3"/>
              <a:gd name="f255" fmla="*/ f248 f191 1"/>
              <a:gd name="f256" fmla="*/ f249 f191 1"/>
              <a:gd name="f257" fmla="*/ f251 f192 1"/>
              <a:gd name="f258" fmla="*/ f250 f192 1"/>
              <a:gd name="f259" fmla="*/ f245 f191 1"/>
              <a:gd name="f260" fmla="*/ f246 f192 1"/>
              <a:gd name="f261" fmla="*/ f246 f191 1"/>
              <a:gd name="f262" fmla="*/ f247 f192 1"/>
              <a:gd name="f263" fmla="*/ f247 f191 1"/>
              <a:gd name="f264" fmla="*/ f245 f192 1"/>
              <a:gd name="f265" fmla="at2 f252 f253"/>
              <a:gd name="f266" fmla="+- f254 f3 0"/>
              <a:gd name="f267" fmla="+- f265 f3 0"/>
              <a:gd name="f268" fmla="*/ f266 f9 1"/>
              <a:gd name="f269" fmla="*/ f267 f9 1"/>
              <a:gd name="f270" fmla="*/ f268 1 f2"/>
              <a:gd name="f271" fmla="*/ f269 1 f2"/>
              <a:gd name="f272" fmla="+- 0 0 f270"/>
              <a:gd name="f273" fmla="+- 0 0 f271"/>
              <a:gd name="f274" fmla="+- 0 0 f272"/>
              <a:gd name="f275" fmla="val f273"/>
              <a:gd name="f276" fmla="*/ f274 f2 1"/>
              <a:gd name="f277" fmla="+- 0 0 f275"/>
              <a:gd name="f278" fmla="*/ f276 1 f9"/>
              <a:gd name="f279" fmla="*/ f277 f2 1"/>
              <a:gd name="f280" fmla="+- f278 0 f3"/>
              <a:gd name="f281" fmla="*/ f279 1 f9"/>
              <a:gd name="f282" fmla="cos 1 f280"/>
              <a:gd name="f283" fmla="sin 1 f280"/>
              <a:gd name="f284" fmla="+- f281 0 f3"/>
              <a:gd name="f285" fmla="+- 0 0 f282"/>
              <a:gd name="f286" fmla="+- 0 0 f283"/>
              <a:gd name="f287" fmla="+- 0 0 f285"/>
              <a:gd name="f288" fmla="+- 0 0 f286"/>
              <a:gd name="f289" fmla="+- f284 f3 0"/>
              <a:gd name="f290" fmla="val f287"/>
              <a:gd name="f291" fmla="val f288"/>
              <a:gd name="f292" fmla="*/ f289 f9 1"/>
              <a:gd name="f293" fmla="+- 0 0 f290"/>
              <a:gd name="f294" fmla="+- 0 0 f291"/>
              <a:gd name="f295" fmla="*/ f292 1 f2"/>
              <a:gd name="f296" fmla="*/ 1800 f293 1"/>
              <a:gd name="f297" fmla="*/ 1800 f294 1"/>
              <a:gd name="f298" fmla="*/ 1200 f293 1"/>
              <a:gd name="f299" fmla="*/ 1200 f294 1"/>
              <a:gd name="f300" fmla="*/ 700 f293 1"/>
              <a:gd name="f301" fmla="*/ 700 f294 1"/>
              <a:gd name="f302" fmla="+- 0 0 f295"/>
              <a:gd name="f303" fmla="*/ f296 f296 1"/>
              <a:gd name="f304" fmla="*/ f297 f297 1"/>
              <a:gd name="f305" fmla="*/ f298 f298 1"/>
              <a:gd name="f306" fmla="*/ f299 f299 1"/>
              <a:gd name="f307" fmla="*/ f300 f300 1"/>
              <a:gd name="f308" fmla="*/ f301 f301 1"/>
              <a:gd name="f309" fmla="+- 0 0 f302"/>
              <a:gd name="f310" fmla="+- f303 f304 0"/>
              <a:gd name="f311" fmla="+- f305 f306 0"/>
              <a:gd name="f312" fmla="+- f307 f308 0"/>
              <a:gd name="f313" fmla="*/ f309 f2 1"/>
              <a:gd name="f314" fmla="sqrt f310"/>
              <a:gd name="f315" fmla="sqrt f311"/>
              <a:gd name="f316" fmla="sqrt f312"/>
              <a:gd name="f317" fmla="*/ f313 1 f9"/>
              <a:gd name="f318" fmla="*/ f178 1 f314"/>
              <a:gd name="f319" fmla="*/ f181 1 f315"/>
              <a:gd name="f320" fmla="*/ f183 1 f316"/>
              <a:gd name="f321" fmla="+- f317 0 f3"/>
              <a:gd name="f322" fmla="*/ f293 f318 1"/>
              <a:gd name="f323" fmla="*/ f294 f318 1"/>
              <a:gd name="f324" fmla="*/ f293 f319 1"/>
              <a:gd name="f325" fmla="*/ f294 f319 1"/>
              <a:gd name="f326" fmla="*/ f293 f320 1"/>
              <a:gd name="f327" fmla="*/ f294 f320 1"/>
              <a:gd name="f328" fmla="sin 1 f321"/>
              <a:gd name="f329" fmla="cos 1 f321"/>
              <a:gd name="f330" fmla="+- f206 0 f326"/>
              <a:gd name="f331" fmla="+- f207 0 f327"/>
              <a:gd name="f332" fmla="+- 0 0 f328"/>
              <a:gd name="f333" fmla="+- 0 0 f329"/>
              <a:gd name="f334" fmla="+- 0 0 f332"/>
              <a:gd name="f335" fmla="+- 0 0 f333"/>
              <a:gd name="f336" fmla="val f334"/>
              <a:gd name="f337" fmla="val f335"/>
              <a:gd name="f338" fmla="+- 0 0 f336"/>
              <a:gd name="f339" fmla="+- 0 0 f337"/>
              <a:gd name="f340" fmla="*/ 10800 f338 1"/>
              <a:gd name="f341" fmla="*/ 10800 f339 1"/>
              <a:gd name="f342" fmla="+- f340 10800 0"/>
              <a:gd name="f343" fmla="+- f341 10800 0"/>
              <a:gd name="f344" fmla="*/ f340 1 12"/>
              <a:gd name="f345" fmla="*/ f341 1 12"/>
              <a:gd name="f346" fmla="+- f206 0 f342"/>
              <a:gd name="f347" fmla="+- f207 0 f343"/>
              <a:gd name="f348" fmla="*/ f346 1 3"/>
              <a:gd name="f349" fmla="*/ f347 1 3"/>
              <a:gd name="f350" fmla="*/ f346 2 1"/>
              <a:gd name="f351" fmla="*/ f347 2 1"/>
              <a:gd name="f352" fmla="*/ f350 1 3"/>
              <a:gd name="f353" fmla="*/ f351 1 3"/>
              <a:gd name="f354" fmla="+- f348 f342 0"/>
              <a:gd name="f355" fmla="+- f349 f343 0"/>
              <a:gd name="f356" fmla="+- f354 0 f344"/>
              <a:gd name="f357" fmla="+- f355 0 f345"/>
              <a:gd name="f358" fmla="+- f352 f342 0"/>
              <a:gd name="f359" fmla="+- f353 f343 0"/>
              <a:gd name="f360" fmla="+- f356 0 f322"/>
              <a:gd name="f361" fmla="+- f357 0 f323"/>
              <a:gd name="f362" fmla="+- f358 0 f324"/>
              <a:gd name="f363" fmla="+- f359 0 f325"/>
            </a:gdLst>
            <a:ahLst>
              <a:ahXY gdRefX="f0" minX="f185" maxX="f10" gdRefY="f1" minY="f185" maxY="f10">
                <a:pos x="f211" y="f212"/>
              </a:ahXY>
            </a:ahLst>
            <a:cxnLst>
              <a:cxn ang="3cd4">
                <a:pos x="hc" y="t"/>
              </a:cxn>
              <a:cxn ang="0">
                <a:pos x="r" y="vc"/>
              </a:cxn>
              <a:cxn ang="cd4">
                <a:pos x="hc" y="b"/>
              </a:cxn>
              <a:cxn ang="cd2">
                <a:pos x="l" y="vc"/>
              </a:cxn>
              <a:cxn ang="f224">
                <a:pos x="f259" y="f260"/>
              </a:cxn>
              <a:cxn ang="f225">
                <a:pos x="f261" y="f262"/>
              </a:cxn>
              <a:cxn ang="f226">
                <a:pos x="f263" y="f260"/>
              </a:cxn>
              <a:cxn ang="f227">
                <a:pos x="f261" y="f264"/>
              </a:cxn>
              <a:cxn ang="f230">
                <a:pos x="f228" y="f229"/>
              </a:cxn>
            </a:cxnLst>
            <a:rect l="f255" t="f258" r="f256" b="f257"/>
            <a:pathLst>
              <a:path w="21600" h="21600">
                <a:moveTo>
                  <a:pt x="f11" y="f12"/>
                </a:moveTo>
                <a:cubicBezTo>
                  <a:pt x="f13" y="f14"/>
                  <a:pt x="f15" y="f16"/>
                  <a:pt x="f17" y="f16"/>
                </a:cubicBezTo>
                <a:cubicBezTo>
                  <a:pt x="f18" y="f19"/>
                  <a:pt x="f20" y="f21"/>
                  <a:pt x="f22" y="f23"/>
                </a:cubicBezTo>
                <a:cubicBezTo>
                  <a:pt x="f24" y="f25"/>
                  <a:pt x="f26" y="f27"/>
                  <a:pt x="f28" y="f27"/>
                </a:cubicBezTo>
                <a:cubicBezTo>
                  <a:pt x="f29" y="f30"/>
                  <a:pt x="f31" y="f32"/>
                  <a:pt x="f33" y="f34"/>
                </a:cubicBezTo>
                <a:cubicBezTo>
                  <a:pt x="f35" y="f36"/>
                  <a:pt x="f37" y="f7"/>
                  <a:pt x="f38" y="f7"/>
                </a:cubicBezTo>
                <a:cubicBezTo>
                  <a:pt x="f39" y="f7"/>
                  <a:pt x="f40" y="f41"/>
                  <a:pt x="f42" y="f43"/>
                </a:cubicBezTo>
                <a:cubicBezTo>
                  <a:pt x="f44" y="f45"/>
                  <a:pt x="f46" y="f7"/>
                  <a:pt x="f47" y="f7"/>
                </a:cubicBezTo>
                <a:cubicBezTo>
                  <a:pt x="f48" y="f7"/>
                  <a:pt x="f49" y="f50"/>
                  <a:pt x="f51" y="f52"/>
                </a:cubicBezTo>
                <a:cubicBezTo>
                  <a:pt x="f53" y="f54"/>
                  <a:pt x="f55" y="f56"/>
                  <a:pt x="f55" y="f57"/>
                </a:cubicBezTo>
                <a:cubicBezTo>
                  <a:pt x="f55" y="f58"/>
                  <a:pt x="f59" y="f60"/>
                  <a:pt x="f61" y="f62"/>
                </a:cubicBezTo>
                <a:cubicBezTo>
                  <a:pt x="f63" y="f64"/>
                  <a:pt x="f8" y="f65"/>
                  <a:pt x="f8" y="f66"/>
                </a:cubicBezTo>
                <a:cubicBezTo>
                  <a:pt x="f8" y="f67"/>
                  <a:pt x="f68" y="f69"/>
                  <a:pt x="f70" y="f71"/>
                </a:cubicBezTo>
                <a:cubicBezTo>
                  <a:pt x="f70" y="f72"/>
                  <a:pt x="f73" y="f74"/>
                  <a:pt x="f75" y="f74"/>
                </a:cubicBezTo>
                <a:cubicBezTo>
                  <a:pt x="f76" y="f74"/>
                  <a:pt x="f77" y="f78"/>
                  <a:pt x="f79" y="f80"/>
                </a:cubicBezTo>
                <a:cubicBezTo>
                  <a:pt x="f81" y="f53"/>
                  <a:pt x="f82" y="f8"/>
                  <a:pt x="f83" y="f8"/>
                </a:cubicBezTo>
                <a:cubicBezTo>
                  <a:pt x="f84" y="f8"/>
                  <a:pt x="f85" y="f86"/>
                  <a:pt x="f87" y="f88"/>
                </a:cubicBezTo>
                <a:cubicBezTo>
                  <a:pt x="f89" y="f90"/>
                  <a:pt x="f91" y="f92"/>
                  <a:pt x="f93" y="f92"/>
                </a:cubicBezTo>
                <a:cubicBezTo>
                  <a:pt x="f94" y="f92"/>
                  <a:pt x="f95" y="f96"/>
                  <a:pt x="f97" y="f98"/>
                </a:cubicBezTo>
                <a:cubicBezTo>
                  <a:pt x="f99" y="f100"/>
                  <a:pt x="f101" y="f102"/>
                  <a:pt x="f101" y="f103"/>
                </a:cubicBezTo>
                <a:cubicBezTo>
                  <a:pt x="f101" y="f104"/>
                  <a:pt x="f30" y="f105"/>
                  <a:pt x="f106" y="f107"/>
                </a:cubicBezTo>
                <a:cubicBezTo>
                  <a:pt x="f108" y="f109"/>
                  <a:pt x="f7" y="f33"/>
                  <a:pt x="f7" y="f110"/>
                </a:cubicBezTo>
                <a:cubicBezTo>
                  <a:pt x="f7" y="f111"/>
                  <a:pt x="f112" y="f113"/>
                  <a:pt x="f11" y="f12"/>
                </a:cubicBezTo>
                <a:close/>
              </a:path>
              <a:path w="21600" h="21600" fill="none">
                <a:moveTo>
                  <a:pt x="f11" y="f12"/>
                </a:moveTo>
                <a:cubicBezTo>
                  <a:pt x="f19" y="f114"/>
                  <a:pt x="f115" y="f116"/>
                  <a:pt x="f117" y="f118"/>
                </a:cubicBezTo>
              </a:path>
              <a:path w="21600" h="21600" fill="none">
                <a:moveTo>
                  <a:pt x="f22" y="f23"/>
                </a:moveTo>
                <a:cubicBezTo>
                  <a:pt x="f60" y="f119"/>
                  <a:pt x="f120" y="f121"/>
                  <a:pt x="f122" y="f123"/>
                </a:cubicBezTo>
              </a:path>
              <a:path w="21600" h="21600" fill="none">
                <a:moveTo>
                  <a:pt x="f33" y="f34"/>
                </a:moveTo>
                <a:cubicBezTo>
                  <a:pt x="f124" y="f125"/>
                  <a:pt x="f126" y="f127"/>
                  <a:pt x="f128" y="f129"/>
                </a:cubicBezTo>
              </a:path>
              <a:path w="21600" h="21600" fill="none">
                <a:moveTo>
                  <a:pt x="f42" y="f43"/>
                </a:moveTo>
                <a:cubicBezTo>
                  <a:pt x="f130" y="f131"/>
                  <a:pt x="f132" y="f133"/>
                  <a:pt x="f134" y="f135"/>
                </a:cubicBezTo>
              </a:path>
              <a:path w="21600" h="21600" fill="none">
                <a:moveTo>
                  <a:pt x="f51" y="f52"/>
                </a:moveTo>
                <a:cubicBezTo>
                  <a:pt x="f136" y="f137"/>
                  <a:pt x="f138" y="f139"/>
                  <a:pt x="f140" y="f141"/>
                </a:cubicBezTo>
              </a:path>
              <a:path w="21600" h="21600" fill="none">
                <a:moveTo>
                  <a:pt x="f61" y="f62"/>
                </a:moveTo>
                <a:cubicBezTo>
                  <a:pt x="f142" y="f143"/>
                  <a:pt x="f144" y="f145"/>
                  <a:pt x="f146" y="f147"/>
                </a:cubicBezTo>
              </a:path>
              <a:path w="21600" h="21600" fill="none">
                <a:moveTo>
                  <a:pt x="f148" y="f71"/>
                </a:moveTo>
                <a:cubicBezTo>
                  <a:pt x="f149" y="f150"/>
                  <a:pt x="f151" y="f152"/>
                  <a:pt x="f153" y="f154"/>
                </a:cubicBezTo>
              </a:path>
              <a:path w="21600" h="21600" fill="none">
                <a:moveTo>
                  <a:pt x="f79" y="f80"/>
                </a:moveTo>
                <a:cubicBezTo>
                  <a:pt x="f155" y="f156"/>
                  <a:pt x="f157" y="f158"/>
                  <a:pt x="f159" y="f160"/>
                </a:cubicBezTo>
              </a:path>
              <a:path w="21600" h="21600" fill="none">
                <a:moveTo>
                  <a:pt x="f161" y="f88"/>
                </a:moveTo>
                <a:cubicBezTo>
                  <a:pt x="f162" y="f163"/>
                  <a:pt x="f164" y="f165"/>
                  <a:pt x="f166" y="f167"/>
                </a:cubicBezTo>
              </a:path>
              <a:path w="21600" h="21600" fill="none">
                <a:moveTo>
                  <a:pt x="f97" y="f98"/>
                </a:moveTo>
                <a:cubicBezTo>
                  <a:pt x="f168" y="f100"/>
                  <a:pt x="f169" y="f170"/>
                  <a:pt x="f171" y="f172"/>
                </a:cubicBezTo>
              </a:path>
              <a:path w="21600" h="21600" fill="none">
                <a:moveTo>
                  <a:pt x="f106" y="f107"/>
                </a:moveTo>
                <a:cubicBezTo>
                  <a:pt x="f131" y="f173"/>
                  <a:pt x="f174" y="f175"/>
                  <a:pt x="f176" y="f177"/>
                </a:cubicBezTo>
              </a:path>
              <a:path w="21600" h="21600">
                <a:moveTo>
                  <a:pt x="f360" y="f361"/>
                </a:moveTo>
                <a:arcTo wR="f180" hR="f180" stAng="f222" swAng="f241"/>
                <a:close/>
              </a:path>
              <a:path w="21600" h="21600">
                <a:moveTo>
                  <a:pt x="f362" y="f363"/>
                </a:moveTo>
                <a:arcTo wR="f182" hR="f182" stAng="f222" swAng="f241"/>
                <a:close/>
              </a:path>
              <a:path w="21600" h="21600">
                <a:moveTo>
                  <a:pt x="f330" y="f331"/>
                </a:moveTo>
                <a:arcTo wR="f184" hR="f184" stAng="f222" swAng="f241"/>
                <a:close/>
              </a:path>
            </a:pathLst>
          </a:custGeom>
          <a:solidFill>
            <a:srgbClr val="FFFFFF"/>
          </a:solidFill>
          <a:ln w="12701" cap="flat">
            <a:solidFill>
              <a:srgbClr val="70AD47"/>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What’s the point? Everything goes wrong. </a:t>
            </a:r>
          </a:p>
        </p:txBody>
      </p:sp>
      <p:sp>
        <p:nvSpPr>
          <p:cNvPr id="7" name="Thought Bubble: Cloud 11">
            <a:extLst>
              <a:ext uri="{FF2B5EF4-FFF2-40B4-BE49-F238E27FC236}">
                <a16:creationId xmlns:a16="http://schemas.microsoft.com/office/drawing/2014/main" id="{E7B68C09-9268-A723-0431-60EC39CFCD06}"/>
              </a:ext>
            </a:extLst>
          </p:cNvPr>
          <p:cNvSpPr/>
          <p:nvPr/>
        </p:nvSpPr>
        <p:spPr>
          <a:xfrm>
            <a:off x="5389684" y="4496932"/>
            <a:ext cx="2150120" cy="1995943"/>
          </a:xfrm>
          <a:custGeom>
            <a:avLst>
              <a:gd name="f0" fmla="val 33463"/>
              <a:gd name="f1" fmla="val -3791"/>
            </a:avLst>
            <a:gdLst>
              <a:gd name="f2" fmla="val 10800000"/>
              <a:gd name="f3" fmla="val 5400000"/>
              <a:gd name="f4" fmla="val 180"/>
              <a:gd name="f5" fmla="val w"/>
              <a:gd name="f6" fmla="val h"/>
              <a:gd name="f7" fmla="val 0"/>
              <a:gd name="f8" fmla="val 21600"/>
              <a:gd name="f9" fmla="*/ 5419351 1 1725033"/>
              <a:gd name="f10" fmla="val 2147483647"/>
              <a:gd name="f11" fmla="val 1930"/>
              <a:gd name="f12" fmla="val 7160"/>
              <a:gd name="f13" fmla="val 1530"/>
              <a:gd name="f14" fmla="val 4490"/>
              <a:gd name="f15" fmla="val 3400"/>
              <a:gd name="f16" fmla="val 1970"/>
              <a:gd name="f17" fmla="val 5270"/>
              <a:gd name="f18" fmla="val 5860"/>
              <a:gd name="f19" fmla="val 1950"/>
              <a:gd name="f20" fmla="val 6470"/>
              <a:gd name="f21" fmla="val 2210"/>
              <a:gd name="f22" fmla="val 6970"/>
              <a:gd name="f23" fmla="val 2600"/>
              <a:gd name="f24" fmla="val 7450"/>
              <a:gd name="f25" fmla="val 1390"/>
              <a:gd name="f26" fmla="val 8340"/>
              <a:gd name="f27" fmla="val 650"/>
              <a:gd name="f28" fmla="val 9340"/>
              <a:gd name="f29" fmla="val 10004"/>
              <a:gd name="f30" fmla="val 690"/>
              <a:gd name="f31" fmla="val 10710"/>
              <a:gd name="f32" fmla="val 1050"/>
              <a:gd name="f33" fmla="val 11210"/>
              <a:gd name="f34" fmla="val 1700"/>
              <a:gd name="f35" fmla="val 11570"/>
              <a:gd name="f36" fmla="val 630"/>
              <a:gd name="f37" fmla="val 12330"/>
              <a:gd name="f38" fmla="val 13150"/>
              <a:gd name="f39" fmla="val 13840"/>
              <a:gd name="f40" fmla="val 14470"/>
              <a:gd name="f41" fmla="val 460"/>
              <a:gd name="f42" fmla="val 14870"/>
              <a:gd name="f43" fmla="val 1160"/>
              <a:gd name="f44" fmla="val 15330"/>
              <a:gd name="f45" fmla="val 440"/>
              <a:gd name="f46" fmla="val 16020"/>
              <a:gd name="f47" fmla="val 16740"/>
              <a:gd name="f48" fmla="val 17910"/>
              <a:gd name="f49" fmla="val 18900"/>
              <a:gd name="f50" fmla="val 1130"/>
              <a:gd name="f51" fmla="val 19110"/>
              <a:gd name="f52" fmla="val 2710"/>
              <a:gd name="f53" fmla="val 20240"/>
              <a:gd name="f54" fmla="val 3150"/>
              <a:gd name="f55" fmla="val 21060"/>
              <a:gd name="f56" fmla="val 4580"/>
              <a:gd name="f57" fmla="val 6220"/>
              <a:gd name="f58" fmla="val 6720"/>
              <a:gd name="f59" fmla="val 21000"/>
              <a:gd name="f60" fmla="val 7200"/>
              <a:gd name="f61" fmla="val 20830"/>
              <a:gd name="f62" fmla="val 7660"/>
              <a:gd name="f63" fmla="val 21310"/>
              <a:gd name="f64" fmla="val 8460"/>
              <a:gd name="f65" fmla="val 9450"/>
              <a:gd name="f66" fmla="val 10460"/>
              <a:gd name="f67" fmla="val 12750"/>
              <a:gd name="f68" fmla="val 20310"/>
              <a:gd name="f69" fmla="val 14680"/>
              <a:gd name="f70" fmla="val 18650"/>
              <a:gd name="f71" fmla="val 15010"/>
              <a:gd name="f72" fmla="val 17200"/>
              <a:gd name="f73" fmla="val 17370"/>
              <a:gd name="f74" fmla="val 18920"/>
              <a:gd name="f75" fmla="val 15770"/>
              <a:gd name="f76" fmla="val 15220"/>
              <a:gd name="f77" fmla="val 14700"/>
              <a:gd name="f78" fmla="val 18710"/>
              <a:gd name="f79" fmla="val 14240"/>
              <a:gd name="f80" fmla="val 18310"/>
              <a:gd name="f81" fmla="val 13820"/>
              <a:gd name="f82" fmla="val 12490"/>
              <a:gd name="f83" fmla="val 11000"/>
              <a:gd name="f84" fmla="val 9890"/>
              <a:gd name="f85" fmla="val 8840"/>
              <a:gd name="f86" fmla="val 20790"/>
              <a:gd name="f87" fmla="val 8210"/>
              <a:gd name="f88" fmla="val 19510"/>
              <a:gd name="f89" fmla="val 7620"/>
              <a:gd name="f90" fmla="val 20000"/>
              <a:gd name="f91" fmla="val 7930"/>
              <a:gd name="f92" fmla="val 20290"/>
              <a:gd name="f93" fmla="val 6240"/>
              <a:gd name="f94" fmla="val 4850"/>
              <a:gd name="f95" fmla="val 3570"/>
              <a:gd name="f96" fmla="val 19280"/>
              <a:gd name="f97" fmla="val 2900"/>
              <a:gd name="f98" fmla="val 17640"/>
              <a:gd name="f99" fmla="val 1300"/>
              <a:gd name="f100" fmla="val 17600"/>
              <a:gd name="f101" fmla="val 480"/>
              <a:gd name="f102" fmla="val 16300"/>
              <a:gd name="f103" fmla="val 14660"/>
              <a:gd name="f104" fmla="val 13900"/>
              <a:gd name="f105" fmla="val 13210"/>
              <a:gd name="f106" fmla="val 1070"/>
              <a:gd name="f107" fmla="val 12640"/>
              <a:gd name="f108" fmla="val 380"/>
              <a:gd name="f109" fmla="val 12160"/>
              <a:gd name="f110" fmla="val 10120"/>
              <a:gd name="f111" fmla="val 8590"/>
              <a:gd name="f112" fmla="val 840"/>
              <a:gd name="f113" fmla="val 7330"/>
              <a:gd name="f114" fmla="val 7410"/>
              <a:gd name="f115" fmla="val 2040"/>
              <a:gd name="f116" fmla="val 7690"/>
              <a:gd name="f117" fmla="val 2090"/>
              <a:gd name="f118" fmla="val 7920"/>
              <a:gd name="f119" fmla="val 2790"/>
              <a:gd name="f120" fmla="val 7480"/>
              <a:gd name="f121" fmla="val 3050"/>
              <a:gd name="f122" fmla="val 7670"/>
              <a:gd name="f123" fmla="val 3310"/>
              <a:gd name="f124" fmla="val 11130"/>
              <a:gd name="f125" fmla="val 1910"/>
              <a:gd name="f126" fmla="val 11080"/>
              <a:gd name="f127" fmla="val 2160"/>
              <a:gd name="f128" fmla="val 11030"/>
              <a:gd name="f129" fmla="val 2400"/>
              <a:gd name="f130" fmla="val 14720"/>
              <a:gd name="f131" fmla="val 1400"/>
              <a:gd name="f132" fmla="val 14640"/>
              <a:gd name="f133" fmla="val 1720"/>
              <a:gd name="f134" fmla="val 14540"/>
              <a:gd name="f135" fmla="val 2010"/>
              <a:gd name="f136" fmla="val 19130"/>
              <a:gd name="f137" fmla="val 2890"/>
              <a:gd name="f138" fmla="val 19230"/>
              <a:gd name="f139" fmla="val 3290"/>
              <a:gd name="f140" fmla="val 19190"/>
              <a:gd name="f141" fmla="val 3380"/>
              <a:gd name="f142" fmla="val 20660"/>
              <a:gd name="f143" fmla="val 8170"/>
              <a:gd name="f144" fmla="val 20430"/>
              <a:gd name="f145" fmla="val 8620"/>
              <a:gd name="f146" fmla="val 20110"/>
              <a:gd name="f147" fmla="val 8990"/>
              <a:gd name="f148" fmla="val 18660"/>
              <a:gd name="f149" fmla="val 18740"/>
              <a:gd name="f150" fmla="val 14200"/>
              <a:gd name="f151" fmla="val 18280"/>
              <a:gd name="f152" fmla="val 12200"/>
              <a:gd name="f153" fmla="val 17000"/>
              <a:gd name="f154" fmla="val 11450"/>
              <a:gd name="f155" fmla="val 14320"/>
              <a:gd name="f156" fmla="val 17980"/>
              <a:gd name="f157" fmla="val 14350"/>
              <a:gd name="f158" fmla="val 17680"/>
              <a:gd name="f159" fmla="val 14370"/>
              <a:gd name="f160" fmla="val 17360"/>
              <a:gd name="f161" fmla="val 8220"/>
              <a:gd name="f162" fmla="val 8060"/>
              <a:gd name="f163" fmla="val 19250"/>
              <a:gd name="f164" fmla="val 7960"/>
              <a:gd name="f165" fmla="val 18950"/>
              <a:gd name="f166" fmla="val 7860"/>
              <a:gd name="f167" fmla="val 18640"/>
              <a:gd name="f168" fmla="val 3090"/>
              <a:gd name="f169" fmla="val 3280"/>
              <a:gd name="f170" fmla="val 17540"/>
              <a:gd name="f171" fmla="val 3460"/>
              <a:gd name="f172" fmla="val 17450"/>
              <a:gd name="f173" fmla="val 12900"/>
              <a:gd name="f174" fmla="val 1780"/>
              <a:gd name="f175" fmla="val 13130"/>
              <a:gd name="f176" fmla="val 2330"/>
              <a:gd name="f177" fmla="val 13040"/>
              <a:gd name="f178" fmla="*/ 1800 1800 1"/>
              <a:gd name="f179" fmla="+- 0 0 23592960"/>
              <a:gd name="f180" fmla="val 1800"/>
              <a:gd name="f181" fmla="*/ 1200 1200 1"/>
              <a:gd name="f182" fmla="val 1200"/>
              <a:gd name="f183" fmla="*/ 700 700 1"/>
              <a:gd name="f184" fmla="val 700"/>
              <a:gd name="f185" fmla="val -2147483647"/>
              <a:gd name="f186" fmla="+- 0 0 -270"/>
              <a:gd name="f187" fmla="+- 0 0 180"/>
              <a:gd name="f188" fmla="+- 0 0 -90"/>
              <a:gd name="f189" fmla="+- 0 0 0"/>
              <a:gd name="f190" fmla="+- 0 0 -212"/>
              <a:gd name="f191" fmla="*/ f5 1 21600"/>
              <a:gd name="f192" fmla="*/ f6 1 21600"/>
              <a:gd name="f193" fmla="val f7"/>
              <a:gd name="f194" fmla="val f8"/>
              <a:gd name="f195" fmla="*/ 0 f9 1"/>
              <a:gd name="f196" fmla="*/ f7 f2 1"/>
              <a:gd name="f197" fmla="*/ f179 f2 1"/>
              <a:gd name="f198" fmla="pin -2147483647 f0 2147483647"/>
              <a:gd name="f199" fmla="pin -2147483647 f1 2147483647"/>
              <a:gd name="f200" fmla="*/ f186 f2 1"/>
              <a:gd name="f201" fmla="*/ f187 f2 1"/>
              <a:gd name="f202" fmla="*/ f188 f2 1"/>
              <a:gd name="f203" fmla="*/ f189 f2 1"/>
              <a:gd name="f204" fmla="*/ f190 f2 1"/>
              <a:gd name="f205" fmla="+- f194 0 f193"/>
              <a:gd name="f206" fmla="val f198"/>
              <a:gd name="f207" fmla="val f199"/>
              <a:gd name="f208" fmla="*/ f195 1 f4"/>
              <a:gd name="f209" fmla="*/ f196 1 f4"/>
              <a:gd name="f210" fmla="*/ f197 1 f4"/>
              <a:gd name="f211" fmla="*/ f198 f191 1"/>
              <a:gd name="f212" fmla="*/ f199 f192 1"/>
              <a:gd name="f213" fmla="*/ f200 1 f4"/>
              <a:gd name="f214" fmla="*/ f201 1 f4"/>
              <a:gd name="f215" fmla="*/ f202 1 f4"/>
              <a:gd name="f216" fmla="*/ f203 1 f4"/>
              <a:gd name="f217" fmla="*/ f204 1 f4"/>
              <a:gd name="f218" fmla="*/ f205 1 21600"/>
              <a:gd name="f219" fmla="+- f206 0 10800"/>
              <a:gd name="f220" fmla="+- f207 0 10800"/>
              <a:gd name="f221" fmla="+- 0 0 f208"/>
              <a:gd name="f222" fmla="+- f209 0 f3"/>
              <a:gd name="f223" fmla="+- f210 0 f3"/>
              <a:gd name="f224" fmla="+- f213 0 f3"/>
              <a:gd name="f225" fmla="+- f214 0 f3"/>
              <a:gd name="f226" fmla="+- f215 0 f3"/>
              <a:gd name="f227" fmla="+- f216 0 f3"/>
              <a:gd name="f228" fmla="*/ f206 f191 1"/>
              <a:gd name="f229" fmla="*/ f207 f192 1"/>
              <a:gd name="f230" fmla="+- f217 0 f3"/>
              <a:gd name="f231" fmla="*/ 3000 f218 1"/>
              <a:gd name="f232" fmla="*/ 17110 f218 1"/>
              <a:gd name="f233" fmla="*/ 17330 f218 1"/>
              <a:gd name="f234" fmla="*/ 3320 f218 1"/>
              <a:gd name="f235" fmla="*/ 0 f218 1"/>
              <a:gd name="f236" fmla="*/ 10800 f218 1"/>
              <a:gd name="f237" fmla="*/ 21600 f218 1"/>
              <a:gd name="f238" fmla="+- 0 0 f220"/>
              <a:gd name="f239" fmla="+- 0 0 f219"/>
              <a:gd name="f240" fmla="*/ f221 f2 1"/>
              <a:gd name="f241" fmla="+- f223 0 f222"/>
              <a:gd name="f242" fmla="+- 0 0 f238"/>
              <a:gd name="f243" fmla="+- 0 0 f239"/>
              <a:gd name="f244" fmla="*/ f240 1 f9"/>
              <a:gd name="f245" fmla="*/ f235 1 f218"/>
              <a:gd name="f246" fmla="*/ f236 1 f218"/>
              <a:gd name="f247" fmla="*/ f237 1 f218"/>
              <a:gd name="f248" fmla="*/ f231 1 f218"/>
              <a:gd name="f249" fmla="*/ f232 1 f218"/>
              <a:gd name="f250" fmla="*/ f234 1 f218"/>
              <a:gd name="f251" fmla="*/ f233 1 f218"/>
              <a:gd name="f252" fmla="+- 0 0 f242"/>
              <a:gd name="f253" fmla="+- 0 0 f243"/>
              <a:gd name="f254" fmla="+- f244 0 f3"/>
              <a:gd name="f255" fmla="*/ f248 f191 1"/>
              <a:gd name="f256" fmla="*/ f249 f191 1"/>
              <a:gd name="f257" fmla="*/ f251 f192 1"/>
              <a:gd name="f258" fmla="*/ f250 f192 1"/>
              <a:gd name="f259" fmla="*/ f245 f191 1"/>
              <a:gd name="f260" fmla="*/ f246 f192 1"/>
              <a:gd name="f261" fmla="*/ f246 f191 1"/>
              <a:gd name="f262" fmla="*/ f247 f192 1"/>
              <a:gd name="f263" fmla="*/ f247 f191 1"/>
              <a:gd name="f264" fmla="*/ f245 f192 1"/>
              <a:gd name="f265" fmla="at2 f252 f253"/>
              <a:gd name="f266" fmla="+- f254 f3 0"/>
              <a:gd name="f267" fmla="+- f265 f3 0"/>
              <a:gd name="f268" fmla="*/ f266 f9 1"/>
              <a:gd name="f269" fmla="*/ f267 f9 1"/>
              <a:gd name="f270" fmla="*/ f268 1 f2"/>
              <a:gd name="f271" fmla="*/ f269 1 f2"/>
              <a:gd name="f272" fmla="+- 0 0 f270"/>
              <a:gd name="f273" fmla="+- 0 0 f271"/>
              <a:gd name="f274" fmla="+- 0 0 f272"/>
              <a:gd name="f275" fmla="val f273"/>
              <a:gd name="f276" fmla="*/ f274 f2 1"/>
              <a:gd name="f277" fmla="+- 0 0 f275"/>
              <a:gd name="f278" fmla="*/ f276 1 f9"/>
              <a:gd name="f279" fmla="*/ f277 f2 1"/>
              <a:gd name="f280" fmla="+- f278 0 f3"/>
              <a:gd name="f281" fmla="*/ f279 1 f9"/>
              <a:gd name="f282" fmla="cos 1 f280"/>
              <a:gd name="f283" fmla="sin 1 f280"/>
              <a:gd name="f284" fmla="+- f281 0 f3"/>
              <a:gd name="f285" fmla="+- 0 0 f282"/>
              <a:gd name="f286" fmla="+- 0 0 f283"/>
              <a:gd name="f287" fmla="+- 0 0 f285"/>
              <a:gd name="f288" fmla="+- 0 0 f286"/>
              <a:gd name="f289" fmla="+- f284 f3 0"/>
              <a:gd name="f290" fmla="val f287"/>
              <a:gd name="f291" fmla="val f288"/>
              <a:gd name="f292" fmla="*/ f289 f9 1"/>
              <a:gd name="f293" fmla="+- 0 0 f290"/>
              <a:gd name="f294" fmla="+- 0 0 f291"/>
              <a:gd name="f295" fmla="*/ f292 1 f2"/>
              <a:gd name="f296" fmla="*/ 1800 f293 1"/>
              <a:gd name="f297" fmla="*/ 1800 f294 1"/>
              <a:gd name="f298" fmla="*/ 1200 f293 1"/>
              <a:gd name="f299" fmla="*/ 1200 f294 1"/>
              <a:gd name="f300" fmla="*/ 700 f293 1"/>
              <a:gd name="f301" fmla="*/ 700 f294 1"/>
              <a:gd name="f302" fmla="+- 0 0 f295"/>
              <a:gd name="f303" fmla="*/ f296 f296 1"/>
              <a:gd name="f304" fmla="*/ f297 f297 1"/>
              <a:gd name="f305" fmla="*/ f298 f298 1"/>
              <a:gd name="f306" fmla="*/ f299 f299 1"/>
              <a:gd name="f307" fmla="*/ f300 f300 1"/>
              <a:gd name="f308" fmla="*/ f301 f301 1"/>
              <a:gd name="f309" fmla="+- 0 0 f302"/>
              <a:gd name="f310" fmla="+- f303 f304 0"/>
              <a:gd name="f311" fmla="+- f305 f306 0"/>
              <a:gd name="f312" fmla="+- f307 f308 0"/>
              <a:gd name="f313" fmla="*/ f309 f2 1"/>
              <a:gd name="f314" fmla="sqrt f310"/>
              <a:gd name="f315" fmla="sqrt f311"/>
              <a:gd name="f316" fmla="sqrt f312"/>
              <a:gd name="f317" fmla="*/ f313 1 f9"/>
              <a:gd name="f318" fmla="*/ f178 1 f314"/>
              <a:gd name="f319" fmla="*/ f181 1 f315"/>
              <a:gd name="f320" fmla="*/ f183 1 f316"/>
              <a:gd name="f321" fmla="+- f317 0 f3"/>
              <a:gd name="f322" fmla="*/ f293 f318 1"/>
              <a:gd name="f323" fmla="*/ f294 f318 1"/>
              <a:gd name="f324" fmla="*/ f293 f319 1"/>
              <a:gd name="f325" fmla="*/ f294 f319 1"/>
              <a:gd name="f326" fmla="*/ f293 f320 1"/>
              <a:gd name="f327" fmla="*/ f294 f320 1"/>
              <a:gd name="f328" fmla="sin 1 f321"/>
              <a:gd name="f329" fmla="cos 1 f321"/>
              <a:gd name="f330" fmla="+- f206 0 f326"/>
              <a:gd name="f331" fmla="+- f207 0 f327"/>
              <a:gd name="f332" fmla="+- 0 0 f328"/>
              <a:gd name="f333" fmla="+- 0 0 f329"/>
              <a:gd name="f334" fmla="+- 0 0 f332"/>
              <a:gd name="f335" fmla="+- 0 0 f333"/>
              <a:gd name="f336" fmla="val f334"/>
              <a:gd name="f337" fmla="val f335"/>
              <a:gd name="f338" fmla="+- 0 0 f336"/>
              <a:gd name="f339" fmla="+- 0 0 f337"/>
              <a:gd name="f340" fmla="*/ 10800 f338 1"/>
              <a:gd name="f341" fmla="*/ 10800 f339 1"/>
              <a:gd name="f342" fmla="+- f340 10800 0"/>
              <a:gd name="f343" fmla="+- f341 10800 0"/>
              <a:gd name="f344" fmla="*/ f340 1 12"/>
              <a:gd name="f345" fmla="*/ f341 1 12"/>
              <a:gd name="f346" fmla="+- f206 0 f342"/>
              <a:gd name="f347" fmla="+- f207 0 f343"/>
              <a:gd name="f348" fmla="*/ f346 1 3"/>
              <a:gd name="f349" fmla="*/ f347 1 3"/>
              <a:gd name="f350" fmla="*/ f346 2 1"/>
              <a:gd name="f351" fmla="*/ f347 2 1"/>
              <a:gd name="f352" fmla="*/ f350 1 3"/>
              <a:gd name="f353" fmla="*/ f351 1 3"/>
              <a:gd name="f354" fmla="+- f348 f342 0"/>
              <a:gd name="f355" fmla="+- f349 f343 0"/>
              <a:gd name="f356" fmla="+- f354 0 f344"/>
              <a:gd name="f357" fmla="+- f355 0 f345"/>
              <a:gd name="f358" fmla="+- f352 f342 0"/>
              <a:gd name="f359" fmla="+- f353 f343 0"/>
              <a:gd name="f360" fmla="+- f356 0 f322"/>
              <a:gd name="f361" fmla="+- f357 0 f323"/>
              <a:gd name="f362" fmla="+- f358 0 f324"/>
              <a:gd name="f363" fmla="+- f359 0 f325"/>
            </a:gdLst>
            <a:ahLst>
              <a:ahXY gdRefX="f0" minX="f185" maxX="f10" gdRefY="f1" minY="f185" maxY="f10">
                <a:pos x="f211" y="f212"/>
              </a:ahXY>
            </a:ahLst>
            <a:cxnLst>
              <a:cxn ang="3cd4">
                <a:pos x="hc" y="t"/>
              </a:cxn>
              <a:cxn ang="0">
                <a:pos x="r" y="vc"/>
              </a:cxn>
              <a:cxn ang="cd4">
                <a:pos x="hc" y="b"/>
              </a:cxn>
              <a:cxn ang="cd2">
                <a:pos x="l" y="vc"/>
              </a:cxn>
              <a:cxn ang="f224">
                <a:pos x="f259" y="f260"/>
              </a:cxn>
              <a:cxn ang="f225">
                <a:pos x="f261" y="f262"/>
              </a:cxn>
              <a:cxn ang="f226">
                <a:pos x="f263" y="f260"/>
              </a:cxn>
              <a:cxn ang="f227">
                <a:pos x="f261" y="f264"/>
              </a:cxn>
              <a:cxn ang="f230">
                <a:pos x="f228" y="f229"/>
              </a:cxn>
            </a:cxnLst>
            <a:rect l="f255" t="f258" r="f256" b="f257"/>
            <a:pathLst>
              <a:path w="21600" h="21600">
                <a:moveTo>
                  <a:pt x="f11" y="f12"/>
                </a:moveTo>
                <a:cubicBezTo>
                  <a:pt x="f13" y="f14"/>
                  <a:pt x="f15" y="f16"/>
                  <a:pt x="f17" y="f16"/>
                </a:cubicBezTo>
                <a:cubicBezTo>
                  <a:pt x="f18" y="f19"/>
                  <a:pt x="f20" y="f21"/>
                  <a:pt x="f22" y="f23"/>
                </a:cubicBezTo>
                <a:cubicBezTo>
                  <a:pt x="f24" y="f25"/>
                  <a:pt x="f26" y="f27"/>
                  <a:pt x="f28" y="f27"/>
                </a:cubicBezTo>
                <a:cubicBezTo>
                  <a:pt x="f29" y="f30"/>
                  <a:pt x="f31" y="f32"/>
                  <a:pt x="f33" y="f34"/>
                </a:cubicBezTo>
                <a:cubicBezTo>
                  <a:pt x="f35" y="f36"/>
                  <a:pt x="f37" y="f7"/>
                  <a:pt x="f38" y="f7"/>
                </a:cubicBezTo>
                <a:cubicBezTo>
                  <a:pt x="f39" y="f7"/>
                  <a:pt x="f40" y="f41"/>
                  <a:pt x="f42" y="f43"/>
                </a:cubicBezTo>
                <a:cubicBezTo>
                  <a:pt x="f44" y="f45"/>
                  <a:pt x="f46" y="f7"/>
                  <a:pt x="f47" y="f7"/>
                </a:cubicBezTo>
                <a:cubicBezTo>
                  <a:pt x="f48" y="f7"/>
                  <a:pt x="f49" y="f50"/>
                  <a:pt x="f51" y="f52"/>
                </a:cubicBezTo>
                <a:cubicBezTo>
                  <a:pt x="f53" y="f54"/>
                  <a:pt x="f55" y="f56"/>
                  <a:pt x="f55" y="f57"/>
                </a:cubicBezTo>
                <a:cubicBezTo>
                  <a:pt x="f55" y="f58"/>
                  <a:pt x="f59" y="f60"/>
                  <a:pt x="f61" y="f62"/>
                </a:cubicBezTo>
                <a:cubicBezTo>
                  <a:pt x="f63" y="f64"/>
                  <a:pt x="f8" y="f65"/>
                  <a:pt x="f8" y="f66"/>
                </a:cubicBezTo>
                <a:cubicBezTo>
                  <a:pt x="f8" y="f67"/>
                  <a:pt x="f68" y="f69"/>
                  <a:pt x="f70" y="f71"/>
                </a:cubicBezTo>
                <a:cubicBezTo>
                  <a:pt x="f70" y="f72"/>
                  <a:pt x="f73" y="f74"/>
                  <a:pt x="f75" y="f74"/>
                </a:cubicBezTo>
                <a:cubicBezTo>
                  <a:pt x="f76" y="f74"/>
                  <a:pt x="f77" y="f78"/>
                  <a:pt x="f79" y="f80"/>
                </a:cubicBezTo>
                <a:cubicBezTo>
                  <a:pt x="f81" y="f53"/>
                  <a:pt x="f82" y="f8"/>
                  <a:pt x="f83" y="f8"/>
                </a:cubicBezTo>
                <a:cubicBezTo>
                  <a:pt x="f84" y="f8"/>
                  <a:pt x="f85" y="f86"/>
                  <a:pt x="f87" y="f88"/>
                </a:cubicBezTo>
                <a:cubicBezTo>
                  <a:pt x="f89" y="f90"/>
                  <a:pt x="f91" y="f92"/>
                  <a:pt x="f93" y="f92"/>
                </a:cubicBezTo>
                <a:cubicBezTo>
                  <a:pt x="f94" y="f92"/>
                  <a:pt x="f95" y="f96"/>
                  <a:pt x="f97" y="f98"/>
                </a:cubicBezTo>
                <a:cubicBezTo>
                  <a:pt x="f99" y="f100"/>
                  <a:pt x="f101" y="f102"/>
                  <a:pt x="f101" y="f103"/>
                </a:cubicBezTo>
                <a:cubicBezTo>
                  <a:pt x="f101" y="f104"/>
                  <a:pt x="f30" y="f105"/>
                  <a:pt x="f106" y="f107"/>
                </a:cubicBezTo>
                <a:cubicBezTo>
                  <a:pt x="f108" y="f109"/>
                  <a:pt x="f7" y="f33"/>
                  <a:pt x="f7" y="f110"/>
                </a:cubicBezTo>
                <a:cubicBezTo>
                  <a:pt x="f7" y="f111"/>
                  <a:pt x="f112" y="f113"/>
                  <a:pt x="f11" y="f12"/>
                </a:cubicBezTo>
                <a:close/>
              </a:path>
              <a:path w="21600" h="21600" fill="none">
                <a:moveTo>
                  <a:pt x="f11" y="f12"/>
                </a:moveTo>
                <a:cubicBezTo>
                  <a:pt x="f19" y="f114"/>
                  <a:pt x="f115" y="f116"/>
                  <a:pt x="f117" y="f118"/>
                </a:cubicBezTo>
              </a:path>
              <a:path w="21600" h="21600" fill="none">
                <a:moveTo>
                  <a:pt x="f22" y="f23"/>
                </a:moveTo>
                <a:cubicBezTo>
                  <a:pt x="f60" y="f119"/>
                  <a:pt x="f120" y="f121"/>
                  <a:pt x="f122" y="f123"/>
                </a:cubicBezTo>
              </a:path>
              <a:path w="21600" h="21600" fill="none">
                <a:moveTo>
                  <a:pt x="f33" y="f34"/>
                </a:moveTo>
                <a:cubicBezTo>
                  <a:pt x="f124" y="f125"/>
                  <a:pt x="f126" y="f127"/>
                  <a:pt x="f128" y="f129"/>
                </a:cubicBezTo>
              </a:path>
              <a:path w="21600" h="21600" fill="none">
                <a:moveTo>
                  <a:pt x="f42" y="f43"/>
                </a:moveTo>
                <a:cubicBezTo>
                  <a:pt x="f130" y="f131"/>
                  <a:pt x="f132" y="f133"/>
                  <a:pt x="f134" y="f135"/>
                </a:cubicBezTo>
              </a:path>
              <a:path w="21600" h="21600" fill="none">
                <a:moveTo>
                  <a:pt x="f51" y="f52"/>
                </a:moveTo>
                <a:cubicBezTo>
                  <a:pt x="f136" y="f137"/>
                  <a:pt x="f138" y="f139"/>
                  <a:pt x="f140" y="f141"/>
                </a:cubicBezTo>
              </a:path>
              <a:path w="21600" h="21600" fill="none">
                <a:moveTo>
                  <a:pt x="f61" y="f62"/>
                </a:moveTo>
                <a:cubicBezTo>
                  <a:pt x="f142" y="f143"/>
                  <a:pt x="f144" y="f145"/>
                  <a:pt x="f146" y="f147"/>
                </a:cubicBezTo>
              </a:path>
              <a:path w="21600" h="21600" fill="none">
                <a:moveTo>
                  <a:pt x="f148" y="f71"/>
                </a:moveTo>
                <a:cubicBezTo>
                  <a:pt x="f149" y="f150"/>
                  <a:pt x="f151" y="f152"/>
                  <a:pt x="f153" y="f154"/>
                </a:cubicBezTo>
              </a:path>
              <a:path w="21600" h="21600" fill="none">
                <a:moveTo>
                  <a:pt x="f79" y="f80"/>
                </a:moveTo>
                <a:cubicBezTo>
                  <a:pt x="f155" y="f156"/>
                  <a:pt x="f157" y="f158"/>
                  <a:pt x="f159" y="f160"/>
                </a:cubicBezTo>
              </a:path>
              <a:path w="21600" h="21600" fill="none">
                <a:moveTo>
                  <a:pt x="f161" y="f88"/>
                </a:moveTo>
                <a:cubicBezTo>
                  <a:pt x="f162" y="f163"/>
                  <a:pt x="f164" y="f165"/>
                  <a:pt x="f166" y="f167"/>
                </a:cubicBezTo>
              </a:path>
              <a:path w="21600" h="21600" fill="none">
                <a:moveTo>
                  <a:pt x="f97" y="f98"/>
                </a:moveTo>
                <a:cubicBezTo>
                  <a:pt x="f168" y="f100"/>
                  <a:pt x="f169" y="f170"/>
                  <a:pt x="f171" y="f172"/>
                </a:cubicBezTo>
              </a:path>
              <a:path w="21600" h="21600" fill="none">
                <a:moveTo>
                  <a:pt x="f106" y="f107"/>
                </a:moveTo>
                <a:cubicBezTo>
                  <a:pt x="f131" y="f173"/>
                  <a:pt x="f174" y="f175"/>
                  <a:pt x="f176" y="f177"/>
                </a:cubicBezTo>
              </a:path>
              <a:path w="21600" h="21600">
                <a:moveTo>
                  <a:pt x="f360" y="f361"/>
                </a:moveTo>
                <a:arcTo wR="f180" hR="f180" stAng="f222" swAng="f241"/>
                <a:close/>
              </a:path>
              <a:path w="21600" h="21600">
                <a:moveTo>
                  <a:pt x="f362" y="f363"/>
                </a:moveTo>
                <a:arcTo wR="f182" hR="f182" stAng="f222" swAng="f241"/>
                <a:close/>
              </a:path>
              <a:path w="21600" h="21600">
                <a:moveTo>
                  <a:pt x="f330" y="f331"/>
                </a:moveTo>
                <a:arcTo wR="f184" hR="f184" stAng="f222" swAng="f241"/>
                <a:close/>
              </a:path>
            </a:pathLst>
          </a:custGeom>
          <a:solidFill>
            <a:srgbClr val="FFFFFF"/>
          </a:solidFill>
          <a:ln w="12701" cap="flat">
            <a:solidFill>
              <a:srgbClr val="70AD47"/>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dirty="0">
                <a:solidFill>
                  <a:srgbClr val="000000"/>
                </a:solidFill>
                <a:uFillTx/>
                <a:latin typeface="Calibri"/>
              </a:rPr>
              <a:t>It’s hopeless, nothing will ever change</a:t>
            </a:r>
          </a:p>
        </p:txBody>
      </p:sp>
      <p:sp>
        <p:nvSpPr>
          <p:cNvPr id="8" name="Thought Bubble: Cloud 12">
            <a:extLst>
              <a:ext uri="{FF2B5EF4-FFF2-40B4-BE49-F238E27FC236}">
                <a16:creationId xmlns:a16="http://schemas.microsoft.com/office/drawing/2014/main" id="{0E0231A0-B774-FD6C-CEAF-E7339B93EB2A}"/>
              </a:ext>
            </a:extLst>
          </p:cNvPr>
          <p:cNvSpPr/>
          <p:nvPr/>
        </p:nvSpPr>
        <p:spPr>
          <a:xfrm>
            <a:off x="8723028" y="443831"/>
            <a:ext cx="3215149" cy="1799301"/>
          </a:xfrm>
          <a:custGeom>
            <a:avLst>
              <a:gd name="f0" fmla="val -503"/>
              <a:gd name="f1" fmla="val 29611"/>
            </a:avLst>
            <a:gdLst>
              <a:gd name="f2" fmla="val 10800000"/>
              <a:gd name="f3" fmla="val 5400000"/>
              <a:gd name="f4" fmla="val 180"/>
              <a:gd name="f5" fmla="val w"/>
              <a:gd name="f6" fmla="val h"/>
              <a:gd name="f7" fmla="val 0"/>
              <a:gd name="f8" fmla="val 21600"/>
              <a:gd name="f9" fmla="*/ 5419351 1 1725033"/>
              <a:gd name="f10" fmla="val 2147483647"/>
              <a:gd name="f11" fmla="val 1930"/>
              <a:gd name="f12" fmla="val 7160"/>
              <a:gd name="f13" fmla="val 1530"/>
              <a:gd name="f14" fmla="val 4490"/>
              <a:gd name="f15" fmla="val 3400"/>
              <a:gd name="f16" fmla="val 1970"/>
              <a:gd name="f17" fmla="val 5270"/>
              <a:gd name="f18" fmla="val 5860"/>
              <a:gd name="f19" fmla="val 1950"/>
              <a:gd name="f20" fmla="val 6470"/>
              <a:gd name="f21" fmla="val 2210"/>
              <a:gd name="f22" fmla="val 6970"/>
              <a:gd name="f23" fmla="val 2600"/>
              <a:gd name="f24" fmla="val 7450"/>
              <a:gd name="f25" fmla="val 1390"/>
              <a:gd name="f26" fmla="val 8340"/>
              <a:gd name="f27" fmla="val 650"/>
              <a:gd name="f28" fmla="val 9340"/>
              <a:gd name="f29" fmla="val 10004"/>
              <a:gd name="f30" fmla="val 690"/>
              <a:gd name="f31" fmla="val 10710"/>
              <a:gd name="f32" fmla="val 1050"/>
              <a:gd name="f33" fmla="val 11210"/>
              <a:gd name="f34" fmla="val 1700"/>
              <a:gd name="f35" fmla="val 11570"/>
              <a:gd name="f36" fmla="val 630"/>
              <a:gd name="f37" fmla="val 12330"/>
              <a:gd name="f38" fmla="val 13150"/>
              <a:gd name="f39" fmla="val 13840"/>
              <a:gd name="f40" fmla="val 14470"/>
              <a:gd name="f41" fmla="val 460"/>
              <a:gd name="f42" fmla="val 14870"/>
              <a:gd name="f43" fmla="val 1160"/>
              <a:gd name="f44" fmla="val 15330"/>
              <a:gd name="f45" fmla="val 440"/>
              <a:gd name="f46" fmla="val 16020"/>
              <a:gd name="f47" fmla="val 16740"/>
              <a:gd name="f48" fmla="val 17910"/>
              <a:gd name="f49" fmla="val 18900"/>
              <a:gd name="f50" fmla="val 1130"/>
              <a:gd name="f51" fmla="val 19110"/>
              <a:gd name="f52" fmla="val 2710"/>
              <a:gd name="f53" fmla="val 20240"/>
              <a:gd name="f54" fmla="val 3150"/>
              <a:gd name="f55" fmla="val 21060"/>
              <a:gd name="f56" fmla="val 4580"/>
              <a:gd name="f57" fmla="val 6220"/>
              <a:gd name="f58" fmla="val 6720"/>
              <a:gd name="f59" fmla="val 21000"/>
              <a:gd name="f60" fmla="val 7200"/>
              <a:gd name="f61" fmla="val 20830"/>
              <a:gd name="f62" fmla="val 7660"/>
              <a:gd name="f63" fmla="val 21310"/>
              <a:gd name="f64" fmla="val 8460"/>
              <a:gd name="f65" fmla="val 9450"/>
              <a:gd name="f66" fmla="val 10460"/>
              <a:gd name="f67" fmla="val 12750"/>
              <a:gd name="f68" fmla="val 20310"/>
              <a:gd name="f69" fmla="val 14680"/>
              <a:gd name="f70" fmla="val 18650"/>
              <a:gd name="f71" fmla="val 15010"/>
              <a:gd name="f72" fmla="val 17200"/>
              <a:gd name="f73" fmla="val 17370"/>
              <a:gd name="f74" fmla="val 18920"/>
              <a:gd name="f75" fmla="val 15770"/>
              <a:gd name="f76" fmla="val 15220"/>
              <a:gd name="f77" fmla="val 14700"/>
              <a:gd name="f78" fmla="val 18710"/>
              <a:gd name="f79" fmla="val 14240"/>
              <a:gd name="f80" fmla="val 18310"/>
              <a:gd name="f81" fmla="val 13820"/>
              <a:gd name="f82" fmla="val 12490"/>
              <a:gd name="f83" fmla="val 11000"/>
              <a:gd name="f84" fmla="val 9890"/>
              <a:gd name="f85" fmla="val 8840"/>
              <a:gd name="f86" fmla="val 20790"/>
              <a:gd name="f87" fmla="val 8210"/>
              <a:gd name="f88" fmla="val 19510"/>
              <a:gd name="f89" fmla="val 7620"/>
              <a:gd name="f90" fmla="val 20000"/>
              <a:gd name="f91" fmla="val 7930"/>
              <a:gd name="f92" fmla="val 20290"/>
              <a:gd name="f93" fmla="val 6240"/>
              <a:gd name="f94" fmla="val 4850"/>
              <a:gd name="f95" fmla="val 3570"/>
              <a:gd name="f96" fmla="val 19280"/>
              <a:gd name="f97" fmla="val 2900"/>
              <a:gd name="f98" fmla="val 17640"/>
              <a:gd name="f99" fmla="val 1300"/>
              <a:gd name="f100" fmla="val 17600"/>
              <a:gd name="f101" fmla="val 480"/>
              <a:gd name="f102" fmla="val 16300"/>
              <a:gd name="f103" fmla="val 14660"/>
              <a:gd name="f104" fmla="val 13900"/>
              <a:gd name="f105" fmla="val 13210"/>
              <a:gd name="f106" fmla="val 1070"/>
              <a:gd name="f107" fmla="val 12640"/>
              <a:gd name="f108" fmla="val 380"/>
              <a:gd name="f109" fmla="val 12160"/>
              <a:gd name="f110" fmla="val 10120"/>
              <a:gd name="f111" fmla="val 8590"/>
              <a:gd name="f112" fmla="val 840"/>
              <a:gd name="f113" fmla="val 7330"/>
              <a:gd name="f114" fmla="val 7410"/>
              <a:gd name="f115" fmla="val 2040"/>
              <a:gd name="f116" fmla="val 7690"/>
              <a:gd name="f117" fmla="val 2090"/>
              <a:gd name="f118" fmla="val 7920"/>
              <a:gd name="f119" fmla="val 2790"/>
              <a:gd name="f120" fmla="val 7480"/>
              <a:gd name="f121" fmla="val 3050"/>
              <a:gd name="f122" fmla="val 7670"/>
              <a:gd name="f123" fmla="val 3310"/>
              <a:gd name="f124" fmla="val 11130"/>
              <a:gd name="f125" fmla="val 1910"/>
              <a:gd name="f126" fmla="val 11080"/>
              <a:gd name="f127" fmla="val 2160"/>
              <a:gd name="f128" fmla="val 11030"/>
              <a:gd name="f129" fmla="val 2400"/>
              <a:gd name="f130" fmla="val 14720"/>
              <a:gd name="f131" fmla="val 1400"/>
              <a:gd name="f132" fmla="val 14640"/>
              <a:gd name="f133" fmla="val 1720"/>
              <a:gd name="f134" fmla="val 14540"/>
              <a:gd name="f135" fmla="val 2010"/>
              <a:gd name="f136" fmla="val 19130"/>
              <a:gd name="f137" fmla="val 2890"/>
              <a:gd name="f138" fmla="val 19230"/>
              <a:gd name="f139" fmla="val 3290"/>
              <a:gd name="f140" fmla="val 19190"/>
              <a:gd name="f141" fmla="val 3380"/>
              <a:gd name="f142" fmla="val 20660"/>
              <a:gd name="f143" fmla="val 8170"/>
              <a:gd name="f144" fmla="val 20430"/>
              <a:gd name="f145" fmla="val 8620"/>
              <a:gd name="f146" fmla="val 20110"/>
              <a:gd name="f147" fmla="val 8990"/>
              <a:gd name="f148" fmla="val 18660"/>
              <a:gd name="f149" fmla="val 18740"/>
              <a:gd name="f150" fmla="val 14200"/>
              <a:gd name="f151" fmla="val 18280"/>
              <a:gd name="f152" fmla="val 12200"/>
              <a:gd name="f153" fmla="val 17000"/>
              <a:gd name="f154" fmla="val 11450"/>
              <a:gd name="f155" fmla="val 14320"/>
              <a:gd name="f156" fmla="val 17980"/>
              <a:gd name="f157" fmla="val 14350"/>
              <a:gd name="f158" fmla="val 17680"/>
              <a:gd name="f159" fmla="val 14370"/>
              <a:gd name="f160" fmla="val 17360"/>
              <a:gd name="f161" fmla="val 8220"/>
              <a:gd name="f162" fmla="val 8060"/>
              <a:gd name="f163" fmla="val 19250"/>
              <a:gd name="f164" fmla="val 7960"/>
              <a:gd name="f165" fmla="val 18950"/>
              <a:gd name="f166" fmla="val 7860"/>
              <a:gd name="f167" fmla="val 18640"/>
              <a:gd name="f168" fmla="val 3090"/>
              <a:gd name="f169" fmla="val 3280"/>
              <a:gd name="f170" fmla="val 17540"/>
              <a:gd name="f171" fmla="val 3460"/>
              <a:gd name="f172" fmla="val 17450"/>
              <a:gd name="f173" fmla="val 12900"/>
              <a:gd name="f174" fmla="val 1780"/>
              <a:gd name="f175" fmla="val 13130"/>
              <a:gd name="f176" fmla="val 2330"/>
              <a:gd name="f177" fmla="val 13040"/>
              <a:gd name="f178" fmla="*/ 1800 1800 1"/>
              <a:gd name="f179" fmla="+- 0 0 23592960"/>
              <a:gd name="f180" fmla="val 1800"/>
              <a:gd name="f181" fmla="*/ 1200 1200 1"/>
              <a:gd name="f182" fmla="val 1200"/>
              <a:gd name="f183" fmla="*/ 700 700 1"/>
              <a:gd name="f184" fmla="val 700"/>
              <a:gd name="f185" fmla="val -2147483647"/>
              <a:gd name="f186" fmla="+- 0 0 -270"/>
              <a:gd name="f187" fmla="+- 0 0 180"/>
              <a:gd name="f188" fmla="+- 0 0 -90"/>
              <a:gd name="f189" fmla="+- 0 0 0"/>
              <a:gd name="f190" fmla="+- 0 0 -212"/>
              <a:gd name="f191" fmla="*/ f5 1 21600"/>
              <a:gd name="f192" fmla="*/ f6 1 21600"/>
              <a:gd name="f193" fmla="val f7"/>
              <a:gd name="f194" fmla="val f8"/>
              <a:gd name="f195" fmla="*/ 0 f9 1"/>
              <a:gd name="f196" fmla="*/ f7 f2 1"/>
              <a:gd name="f197" fmla="*/ f179 f2 1"/>
              <a:gd name="f198" fmla="pin -2147483647 f0 2147483647"/>
              <a:gd name="f199" fmla="pin -2147483647 f1 2147483647"/>
              <a:gd name="f200" fmla="*/ f186 f2 1"/>
              <a:gd name="f201" fmla="*/ f187 f2 1"/>
              <a:gd name="f202" fmla="*/ f188 f2 1"/>
              <a:gd name="f203" fmla="*/ f189 f2 1"/>
              <a:gd name="f204" fmla="*/ f190 f2 1"/>
              <a:gd name="f205" fmla="+- f194 0 f193"/>
              <a:gd name="f206" fmla="val f198"/>
              <a:gd name="f207" fmla="val f199"/>
              <a:gd name="f208" fmla="*/ f195 1 f4"/>
              <a:gd name="f209" fmla="*/ f196 1 f4"/>
              <a:gd name="f210" fmla="*/ f197 1 f4"/>
              <a:gd name="f211" fmla="*/ f198 f191 1"/>
              <a:gd name="f212" fmla="*/ f199 f192 1"/>
              <a:gd name="f213" fmla="*/ f200 1 f4"/>
              <a:gd name="f214" fmla="*/ f201 1 f4"/>
              <a:gd name="f215" fmla="*/ f202 1 f4"/>
              <a:gd name="f216" fmla="*/ f203 1 f4"/>
              <a:gd name="f217" fmla="*/ f204 1 f4"/>
              <a:gd name="f218" fmla="*/ f205 1 21600"/>
              <a:gd name="f219" fmla="+- f206 0 10800"/>
              <a:gd name="f220" fmla="+- f207 0 10800"/>
              <a:gd name="f221" fmla="+- 0 0 f208"/>
              <a:gd name="f222" fmla="+- f209 0 f3"/>
              <a:gd name="f223" fmla="+- f210 0 f3"/>
              <a:gd name="f224" fmla="+- f213 0 f3"/>
              <a:gd name="f225" fmla="+- f214 0 f3"/>
              <a:gd name="f226" fmla="+- f215 0 f3"/>
              <a:gd name="f227" fmla="+- f216 0 f3"/>
              <a:gd name="f228" fmla="*/ f206 f191 1"/>
              <a:gd name="f229" fmla="*/ f207 f192 1"/>
              <a:gd name="f230" fmla="+- f217 0 f3"/>
              <a:gd name="f231" fmla="*/ 3000 f218 1"/>
              <a:gd name="f232" fmla="*/ 17110 f218 1"/>
              <a:gd name="f233" fmla="*/ 17330 f218 1"/>
              <a:gd name="f234" fmla="*/ 3320 f218 1"/>
              <a:gd name="f235" fmla="*/ 0 f218 1"/>
              <a:gd name="f236" fmla="*/ 10800 f218 1"/>
              <a:gd name="f237" fmla="*/ 21600 f218 1"/>
              <a:gd name="f238" fmla="+- 0 0 f220"/>
              <a:gd name="f239" fmla="+- 0 0 f219"/>
              <a:gd name="f240" fmla="*/ f221 f2 1"/>
              <a:gd name="f241" fmla="+- f223 0 f222"/>
              <a:gd name="f242" fmla="+- 0 0 f238"/>
              <a:gd name="f243" fmla="+- 0 0 f239"/>
              <a:gd name="f244" fmla="*/ f240 1 f9"/>
              <a:gd name="f245" fmla="*/ f235 1 f218"/>
              <a:gd name="f246" fmla="*/ f236 1 f218"/>
              <a:gd name="f247" fmla="*/ f237 1 f218"/>
              <a:gd name="f248" fmla="*/ f231 1 f218"/>
              <a:gd name="f249" fmla="*/ f232 1 f218"/>
              <a:gd name="f250" fmla="*/ f234 1 f218"/>
              <a:gd name="f251" fmla="*/ f233 1 f218"/>
              <a:gd name="f252" fmla="+- 0 0 f242"/>
              <a:gd name="f253" fmla="+- 0 0 f243"/>
              <a:gd name="f254" fmla="+- f244 0 f3"/>
              <a:gd name="f255" fmla="*/ f248 f191 1"/>
              <a:gd name="f256" fmla="*/ f249 f191 1"/>
              <a:gd name="f257" fmla="*/ f251 f192 1"/>
              <a:gd name="f258" fmla="*/ f250 f192 1"/>
              <a:gd name="f259" fmla="*/ f245 f191 1"/>
              <a:gd name="f260" fmla="*/ f246 f192 1"/>
              <a:gd name="f261" fmla="*/ f246 f191 1"/>
              <a:gd name="f262" fmla="*/ f247 f192 1"/>
              <a:gd name="f263" fmla="*/ f247 f191 1"/>
              <a:gd name="f264" fmla="*/ f245 f192 1"/>
              <a:gd name="f265" fmla="at2 f252 f253"/>
              <a:gd name="f266" fmla="+- f254 f3 0"/>
              <a:gd name="f267" fmla="+- f265 f3 0"/>
              <a:gd name="f268" fmla="*/ f266 f9 1"/>
              <a:gd name="f269" fmla="*/ f267 f9 1"/>
              <a:gd name="f270" fmla="*/ f268 1 f2"/>
              <a:gd name="f271" fmla="*/ f269 1 f2"/>
              <a:gd name="f272" fmla="+- 0 0 f270"/>
              <a:gd name="f273" fmla="+- 0 0 f271"/>
              <a:gd name="f274" fmla="+- 0 0 f272"/>
              <a:gd name="f275" fmla="val f273"/>
              <a:gd name="f276" fmla="*/ f274 f2 1"/>
              <a:gd name="f277" fmla="+- 0 0 f275"/>
              <a:gd name="f278" fmla="*/ f276 1 f9"/>
              <a:gd name="f279" fmla="*/ f277 f2 1"/>
              <a:gd name="f280" fmla="+- f278 0 f3"/>
              <a:gd name="f281" fmla="*/ f279 1 f9"/>
              <a:gd name="f282" fmla="cos 1 f280"/>
              <a:gd name="f283" fmla="sin 1 f280"/>
              <a:gd name="f284" fmla="+- f281 0 f3"/>
              <a:gd name="f285" fmla="+- 0 0 f282"/>
              <a:gd name="f286" fmla="+- 0 0 f283"/>
              <a:gd name="f287" fmla="+- 0 0 f285"/>
              <a:gd name="f288" fmla="+- 0 0 f286"/>
              <a:gd name="f289" fmla="+- f284 f3 0"/>
              <a:gd name="f290" fmla="val f287"/>
              <a:gd name="f291" fmla="val f288"/>
              <a:gd name="f292" fmla="*/ f289 f9 1"/>
              <a:gd name="f293" fmla="+- 0 0 f290"/>
              <a:gd name="f294" fmla="+- 0 0 f291"/>
              <a:gd name="f295" fmla="*/ f292 1 f2"/>
              <a:gd name="f296" fmla="*/ 1800 f293 1"/>
              <a:gd name="f297" fmla="*/ 1800 f294 1"/>
              <a:gd name="f298" fmla="*/ 1200 f293 1"/>
              <a:gd name="f299" fmla="*/ 1200 f294 1"/>
              <a:gd name="f300" fmla="*/ 700 f293 1"/>
              <a:gd name="f301" fmla="*/ 700 f294 1"/>
              <a:gd name="f302" fmla="+- 0 0 f295"/>
              <a:gd name="f303" fmla="*/ f296 f296 1"/>
              <a:gd name="f304" fmla="*/ f297 f297 1"/>
              <a:gd name="f305" fmla="*/ f298 f298 1"/>
              <a:gd name="f306" fmla="*/ f299 f299 1"/>
              <a:gd name="f307" fmla="*/ f300 f300 1"/>
              <a:gd name="f308" fmla="*/ f301 f301 1"/>
              <a:gd name="f309" fmla="+- 0 0 f302"/>
              <a:gd name="f310" fmla="+- f303 f304 0"/>
              <a:gd name="f311" fmla="+- f305 f306 0"/>
              <a:gd name="f312" fmla="+- f307 f308 0"/>
              <a:gd name="f313" fmla="*/ f309 f2 1"/>
              <a:gd name="f314" fmla="sqrt f310"/>
              <a:gd name="f315" fmla="sqrt f311"/>
              <a:gd name="f316" fmla="sqrt f312"/>
              <a:gd name="f317" fmla="*/ f313 1 f9"/>
              <a:gd name="f318" fmla="*/ f178 1 f314"/>
              <a:gd name="f319" fmla="*/ f181 1 f315"/>
              <a:gd name="f320" fmla="*/ f183 1 f316"/>
              <a:gd name="f321" fmla="+- f317 0 f3"/>
              <a:gd name="f322" fmla="*/ f293 f318 1"/>
              <a:gd name="f323" fmla="*/ f294 f318 1"/>
              <a:gd name="f324" fmla="*/ f293 f319 1"/>
              <a:gd name="f325" fmla="*/ f294 f319 1"/>
              <a:gd name="f326" fmla="*/ f293 f320 1"/>
              <a:gd name="f327" fmla="*/ f294 f320 1"/>
              <a:gd name="f328" fmla="sin 1 f321"/>
              <a:gd name="f329" fmla="cos 1 f321"/>
              <a:gd name="f330" fmla="+- f206 0 f326"/>
              <a:gd name="f331" fmla="+- f207 0 f327"/>
              <a:gd name="f332" fmla="+- 0 0 f328"/>
              <a:gd name="f333" fmla="+- 0 0 f329"/>
              <a:gd name="f334" fmla="+- 0 0 f332"/>
              <a:gd name="f335" fmla="+- 0 0 f333"/>
              <a:gd name="f336" fmla="val f334"/>
              <a:gd name="f337" fmla="val f335"/>
              <a:gd name="f338" fmla="+- 0 0 f336"/>
              <a:gd name="f339" fmla="+- 0 0 f337"/>
              <a:gd name="f340" fmla="*/ 10800 f338 1"/>
              <a:gd name="f341" fmla="*/ 10800 f339 1"/>
              <a:gd name="f342" fmla="+- f340 10800 0"/>
              <a:gd name="f343" fmla="+- f341 10800 0"/>
              <a:gd name="f344" fmla="*/ f340 1 12"/>
              <a:gd name="f345" fmla="*/ f341 1 12"/>
              <a:gd name="f346" fmla="+- f206 0 f342"/>
              <a:gd name="f347" fmla="+- f207 0 f343"/>
              <a:gd name="f348" fmla="*/ f346 1 3"/>
              <a:gd name="f349" fmla="*/ f347 1 3"/>
              <a:gd name="f350" fmla="*/ f346 2 1"/>
              <a:gd name="f351" fmla="*/ f347 2 1"/>
              <a:gd name="f352" fmla="*/ f350 1 3"/>
              <a:gd name="f353" fmla="*/ f351 1 3"/>
              <a:gd name="f354" fmla="+- f348 f342 0"/>
              <a:gd name="f355" fmla="+- f349 f343 0"/>
              <a:gd name="f356" fmla="+- f354 0 f344"/>
              <a:gd name="f357" fmla="+- f355 0 f345"/>
              <a:gd name="f358" fmla="+- f352 f342 0"/>
              <a:gd name="f359" fmla="+- f353 f343 0"/>
              <a:gd name="f360" fmla="+- f356 0 f322"/>
              <a:gd name="f361" fmla="+- f357 0 f323"/>
              <a:gd name="f362" fmla="+- f358 0 f324"/>
              <a:gd name="f363" fmla="+- f359 0 f325"/>
            </a:gdLst>
            <a:ahLst>
              <a:ahXY gdRefX="f0" minX="f185" maxX="f10" gdRefY="f1" minY="f185" maxY="f10">
                <a:pos x="f211" y="f212"/>
              </a:ahXY>
            </a:ahLst>
            <a:cxnLst>
              <a:cxn ang="3cd4">
                <a:pos x="hc" y="t"/>
              </a:cxn>
              <a:cxn ang="0">
                <a:pos x="r" y="vc"/>
              </a:cxn>
              <a:cxn ang="cd4">
                <a:pos x="hc" y="b"/>
              </a:cxn>
              <a:cxn ang="cd2">
                <a:pos x="l" y="vc"/>
              </a:cxn>
              <a:cxn ang="f224">
                <a:pos x="f259" y="f260"/>
              </a:cxn>
              <a:cxn ang="f225">
                <a:pos x="f261" y="f262"/>
              </a:cxn>
              <a:cxn ang="f226">
                <a:pos x="f263" y="f260"/>
              </a:cxn>
              <a:cxn ang="f227">
                <a:pos x="f261" y="f264"/>
              </a:cxn>
              <a:cxn ang="f230">
                <a:pos x="f228" y="f229"/>
              </a:cxn>
            </a:cxnLst>
            <a:rect l="f255" t="f258" r="f256" b="f257"/>
            <a:pathLst>
              <a:path w="21600" h="21600">
                <a:moveTo>
                  <a:pt x="f11" y="f12"/>
                </a:moveTo>
                <a:cubicBezTo>
                  <a:pt x="f13" y="f14"/>
                  <a:pt x="f15" y="f16"/>
                  <a:pt x="f17" y="f16"/>
                </a:cubicBezTo>
                <a:cubicBezTo>
                  <a:pt x="f18" y="f19"/>
                  <a:pt x="f20" y="f21"/>
                  <a:pt x="f22" y="f23"/>
                </a:cubicBezTo>
                <a:cubicBezTo>
                  <a:pt x="f24" y="f25"/>
                  <a:pt x="f26" y="f27"/>
                  <a:pt x="f28" y="f27"/>
                </a:cubicBezTo>
                <a:cubicBezTo>
                  <a:pt x="f29" y="f30"/>
                  <a:pt x="f31" y="f32"/>
                  <a:pt x="f33" y="f34"/>
                </a:cubicBezTo>
                <a:cubicBezTo>
                  <a:pt x="f35" y="f36"/>
                  <a:pt x="f37" y="f7"/>
                  <a:pt x="f38" y="f7"/>
                </a:cubicBezTo>
                <a:cubicBezTo>
                  <a:pt x="f39" y="f7"/>
                  <a:pt x="f40" y="f41"/>
                  <a:pt x="f42" y="f43"/>
                </a:cubicBezTo>
                <a:cubicBezTo>
                  <a:pt x="f44" y="f45"/>
                  <a:pt x="f46" y="f7"/>
                  <a:pt x="f47" y="f7"/>
                </a:cubicBezTo>
                <a:cubicBezTo>
                  <a:pt x="f48" y="f7"/>
                  <a:pt x="f49" y="f50"/>
                  <a:pt x="f51" y="f52"/>
                </a:cubicBezTo>
                <a:cubicBezTo>
                  <a:pt x="f53" y="f54"/>
                  <a:pt x="f55" y="f56"/>
                  <a:pt x="f55" y="f57"/>
                </a:cubicBezTo>
                <a:cubicBezTo>
                  <a:pt x="f55" y="f58"/>
                  <a:pt x="f59" y="f60"/>
                  <a:pt x="f61" y="f62"/>
                </a:cubicBezTo>
                <a:cubicBezTo>
                  <a:pt x="f63" y="f64"/>
                  <a:pt x="f8" y="f65"/>
                  <a:pt x="f8" y="f66"/>
                </a:cubicBezTo>
                <a:cubicBezTo>
                  <a:pt x="f8" y="f67"/>
                  <a:pt x="f68" y="f69"/>
                  <a:pt x="f70" y="f71"/>
                </a:cubicBezTo>
                <a:cubicBezTo>
                  <a:pt x="f70" y="f72"/>
                  <a:pt x="f73" y="f74"/>
                  <a:pt x="f75" y="f74"/>
                </a:cubicBezTo>
                <a:cubicBezTo>
                  <a:pt x="f76" y="f74"/>
                  <a:pt x="f77" y="f78"/>
                  <a:pt x="f79" y="f80"/>
                </a:cubicBezTo>
                <a:cubicBezTo>
                  <a:pt x="f81" y="f53"/>
                  <a:pt x="f82" y="f8"/>
                  <a:pt x="f83" y="f8"/>
                </a:cubicBezTo>
                <a:cubicBezTo>
                  <a:pt x="f84" y="f8"/>
                  <a:pt x="f85" y="f86"/>
                  <a:pt x="f87" y="f88"/>
                </a:cubicBezTo>
                <a:cubicBezTo>
                  <a:pt x="f89" y="f90"/>
                  <a:pt x="f91" y="f92"/>
                  <a:pt x="f93" y="f92"/>
                </a:cubicBezTo>
                <a:cubicBezTo>
                  <a:pt x="f94" y="f92"/>
                  <a:pt x="f95" y="f96"/>
                  <a:pt x="f97" y="f98"/>
                </a:cubicBezTo>
                <a:cubicBezTo>
                  <a:pt x="f99" y="f100"/>
                  <a:pt x="f101" y="f102"/>
                  <a:pt x="f101" y="f103"/>
                </a:cubicBezTo>
                <a:cubicBezTo>
                  <a:pt x="f101" y="f104"/>
                  <a:pt x="f30" y="f105"/>
                  <a:pt x="f106" y="f107"/>
                </a:cubicBezTo>
                <a:cubicBezTo>
                  <a:pt x="f108" y="f109"/>
                  <a:pt x="f7" y="f33"/>
                  <a:pt x="f7" y="f110"/>
                </a:cubicBezTo>
                <a:cubicBezTo>
                  <a:pt x="f7" y="f111"/>
                  <a:pt x="f112" y="f113"/>
                  <a:pt x="f11" y="f12"/>
                </a:cubicBezTo>
                <a:close/>
              </a:path>
              <a:path w="21600" h="21600" fill="none">
                <a:moveTo>
                  <a:pt x="f11" y="f12"/>
                </a:moveTo>
                <a:cubicBezTo>
                  <a:pt x="f19" y="f114"/>
                  <a:pt x="f115" y="f116"/>
                  <a:pt x="f117" y="f118"/>
                </a:cubicBezTo>
              </a:path>
              <a:path w="21600" h="21600" fill="none">
                <a:moveTo>
                  <a:pt x="f22" y="f23"/>
                </a:moveTo>
                <a:cubicBezTo>
                  <a:pt x="f60" y="f119"/>
                  <a:pt x="f120" y="f121"/>
                  <a:pt x="f122" y="f123"/>
                </a:cubicBezTo>
              </a:path>
              <a:path w="21600" h="21600" fill="none">
                <a:moveTo>
                  <a:pt x="f33" y="f34"/>
                </a:moveTo>
                <a:cubicBezTo>
                  <a:pt x="f124" y="f125"/>
                  <a:pt x="f126" y="f127"/>
                  <a:pt x="f128" y="f129"/>
                </a:cubicBezTo>
              </a:path>
              <a:path w="21600" h="21600" fill="none">
                <a:moveTo>
                  <a:pt x="f42" y="f43"/>
                </a:moveTo>
                <a:cubicBezTo>
                  <a:pt x="f130" y="f131"/>
                  <a:pt x="f132" y="f133"/>
                  <a:pt x="f134" y="f135"/>
                </a:cubicBezTo>
              </a:path>
              <a:path w="21600" h="21600" fill="none">
                <a:moveTo>
                  <a:pt x="f51" y="f52"/>
                </a:moveTo>
                <a:cubicBezTo>
                  <a:pt x="f136" y="f137"/>
                  <a:pt x="f138" y="f139"/>
                  <a:pt x="f140" y="f141"/>
                </a:cubicBezTo>
              </a:path>
              <a:path w="21600" h="21600" fill="none">
                <a:moveTo>
                  <a:pt x="f61" y="f62"/>
                </a:moveTo>
                <a:cubicBezTo>
                  <a:pt x="f142" y="f143"/>
                  <a:pt x="f144" y="f145"/>
                  <a:pt x="f146" y="f147"/>
                </a:cubicBezTo>
              </a:path>
              <a:path w="21600" h="21600" fill="none">
                <a:moveTo>
                  <a:pt x="f148" y="f71"/>
                </a:moveTo>
                <a:cubicBezTo>
                  <a:pt x="f149" y="f150"/>
                  <a:pt x="f151" y="f152"/>
                  <a:pt x="f153" y="f154"/>
                </a:cubicBezTo>
              </a:path>
              <a:path w="21600" h="21600" fill="none">
                <a:moveTo>
                  <a:pt x="f79" y="f80"/>
                </a:moveTo>
                <a:cubicBezTo>
                  <a:pt x="f155" y="f156"/>
                  <a:pt x="f157" y="f158"/>
                  <a:pt x="f159" y="f160"/>
                </a:cubicBezTo>
              </a:path>
              <a:path w="21600" h="21600" fill="none">
                <a:moveTo>
                  <a:pt x="f161" y="f88"/>
                </a:moveTo>
                <a:cubicBezTo>
                  <a:pt x="f162" y="f163"/>
                  <a:pt x="f164" y="f165"/>
                  <a:pt x="f166" y="f167"/>
                </a:cubicBezTo>
              </a:path>
              <a:path w="21600" h="21600" fill="none">
                <a:moveTo>
                  <a:pt x="f97" y="f98"/>
                </a:moveTo>
                <a:cubicBezTo>
                  <a:pt x="f168" y="f100"/>
                  <a:pt x="f169" y="f170"/>
                  <a:pt x="f171" y="f172"/>
                </a:cubicBezTo>
              </a:path>
              <a:path w="21600" h="21600" fill="none">
                <a:moveTo>
                  <a:pt x="f106" y="f107"/>
                </a:moveTo>
                <a:cubicBezTo>
                  <a:pt x="f131" y="f173"/>
                  <a:pt x="f174" y="f175"/>
                  <a:pt x="f176" y="f177"/>
                </a:cubicBezTo>
              </a:path>
              <a:path w="21600" h="21600">
                <a:moveTo>
                  <a:pt x="f360" y="f361"/>
                </a:moveTo>
                <a:arcTo wR="f180" hR="f180" stAng="f222" swAng="f241"/>
                <a:close/>
              </a:path>
              <a:path w="21600" h="21600">
                <a:moveTo>
                  <a:pt x="f362" y="f363"/>
                </a:moveTo>
                <a:arcTo wR="f182" hR="f182" stAng="f222" swAng="f241"/>
                <a:close/>
              </a:path>
              <a:path w="21600" h="21600">
                <a:moveTo>
                  <a:pt x="f330" y="f331"/>
                </a:moveTo>
                <a:arcTo wR="f184" hR="f184" stAng="f222" swAng="f241"/>
                <a:close/>
              </a:path>
            </a:pathLst>
          </a:custGeom>
          <a:solidFill>
            <a:srgbClr val="FFFFFF"/>
          </a:solidFill>
          <a:ln w="12701" cap="flat">
            <a:solidFill>
              <a:srgbClr val="70AD47"/>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Everyone always lets me down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B7FD7-8302-5950-E6DC-1CC8509706B8}"/>
              </a:ext>
            </a:extLst>
          </p:cNvPr>
          <p:cNvSpPr>
            <a:spLocks noGrp="1"/>
          </p:cNvSpPr>
          <p:nvPr>
            <p:ph type="title"/>
          </p:nvPr>
        </p:nvSpPr>
        <p:spPr/>
        <p:txBody>
          <a:bodyPr/>
          <a:lstStyle/>
          <a:p>
            <a:r>
              <a:rPr lang="en-US" dirty="0"/>
              <a:t>Thoughts, rules and core beliefs</a:t>
            </a:r>
            <a:endParaRPr lang="en-GB" dirty="0"/>
          </a:p>
        </p:txBody>
      </p:sp>
      <p:pic>
        <p:nvPicPr>
          <p:cNvPr id="5" name="Content Placeholder 4" descr="Purple wildflowers in grassy meadow">
            <a:extLst>
              <a:ext uri="{FF2B5EF4-FFF2-40B4-BE49-F238E27FC236}">
                <a16:creationId xmlns:a16="http://schemas.microsoft.com/office/drawing/2014/main" id="{08B0A255-9D71-9E7C-F5D3-D559D032AF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1082" y="1785772"/>
            <a:ext cx="2900892" cy="3065628"/>
          </a:xfrm>
        </p:spPr>
      </p:pic>
      <p:pic>
        <p:nvPicPr>
          <p:cNvPr id="7" name="Picture 6" descr="Green forest with trees and roots above ground">
            <a:extLst>
              <a:ext uri="{FF2B5EF4-FFF2-40B4-BE49-F238E27FC236}">
                <a16:creationId xmlns:a16="http://schemas.microsoft.com/office/drawing/2014/main" id="{2D540177-AAE3-62A5-98BC-B61590656C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7276" y="2541669"/>
            <a:ext cx="3589233" cy="3556660"/>
          </a:xfrm>
          <a:prstGeom prst="rect">
            <a:avLst/>
          </a:prstGeom>
        </p:spPr>
      </p:pic>
      <p:sp>
        <p:nvSpPr>
          <p:cNvPr id="8" name="TextBox 7">
            <a:extLst>
              <a:ext uri="{FF2B5EF4-FFF2-40B4-BE49-F238E27FC236}">
                <a16:creationId xmlns:a16="http://schemas.microsoft.com/office/drawing/2014/main" id="{249083BA-FACF-2E84-2476-AD2F5D023191}"/>
              </a:ext>
            </a:extLst>
          </p:cNvPr>
          <p:cNvSpPr txBox="1"/>
          <p:nvPr/>
        </p:nvSpPr>
        <p:spPr>
          <a:xfrm>
            <a:off x="4054392" y="2717046"/>
            <a:ext cx="1557730" cy="923330"/>
          </a:xfrm>
          <a:prstGeom prst="rect">
            <a:avLst/>
          </a:prstGeom>
          <a:noFill/>
        </p:spPr>
        <p:txBody>
          <a:bodyPr wrap="square" rtlCol="0">
            <a:spAutoFit/>
          </a:bodyPr>
          <a:lstStyle/>
          <a:p>
            <a:r>
              <a:rPr lang="en-US" dirty="0"/>
              <a:t>Flowers </a:t>
            </a:r>
            <a:r>
              <a:rPr lang="en-US" dirty="0">
                <a:highlight>
                  <a:srgbClr val="FFFF00"/>
                </a:highlight>
              </a:rPr>
              <a:t>(Automatic thoughts</a:t>
            </a:r>
            <a:r>
              <a:rPr lang="en-US" dirty="0"/>
              <a:t>)</a:t>
            </a:r>
            <a:endParaRPr lang="en-GB" dirty="0"/>
          </a:p>
        </p:txBody>
      </p:sp>
      <p:sp>
        <p:nvSpPr>
          <p:cNvPr id="9" name="TextBox 8">
            <a:extLst>
              <a:ext uri="{FF2B5EF4-FFF2-40B4-BE49-F238E27FC236}">
                <a16:creationId xmlns:a16="http://schemas.microsoft.com/office/drawing/2014/main" id="{9EB5F6D5-6B4C-A0C9-58D8-C7AABCC9A4A5}"/>
              </a:ext>
            </a:extLst>
          </p:cNvPr>
          <p:cNvSpPr txBox="1"/>
          <p:nvPr/>
        </p:nvSpPr>
        <p:spPr>
          <a:xfrm>
            <a:off x="1490067" y="5006378"/>
            <a:ext cx="1557730" cy="1200329"/>
          </a:xfrm>
          <a:prstGeom prst="rect">
            <a:avLst/>
          </a:prstGeom>
          <a:noFill/>
        </p:spPr>
        <p:txBody>
          <a:bodyPr wrap="square" rtlCol="0">
            <a:spAutoFit/>
          </a:bodyPr>
          <a:lstStyle/>
          <a:p>
            <a:r>
              <a:rPr lang="en-US" dirty="0"/>
              <a:t>Weeds</a:t>
            </a:r>
          </a:p>
          <a:p>
            <a:r>
              <a:rPr lang="en-US" dirty="0">
                <a:highlight>
                  <a:srgbClr val="FFFF00"/>
                </a:highlight>
              </a:rPr>
              <a:t>(Negative Automatic thoughts)</a:t>
            </a:r>
            <a:endParaRPr lang="en-GB" dirty="0">
              <a:highlight>
                <a:srgbClr val="FFFF00"/>
              </a:highlight>
            </a:endParaRPr>
          </a:p>
        </p:txBody>
      </p:sp>
      <p:sp>
        <p:nvSpPr>
          <p:cNvPr id="10" name="TextBox 9">
            <a:extLst>
              <a:ext uri="{FF2B5EF4-FFF2-40B4-BE49-F238E27FC236}">
                <a16:creationId xmlns:a16="http://schemas.microsoft.com/office/drawing/2014/main" id="{C6C4A64A-9008-C894-4BF5-8A053BB177CA}"/>
              </a:ext>
            </a:extLst>
          </p:cNvPr>
          <p:cNvSpPr txBox="1"/>
          <p:nvPr/>
        </p:nvSpPr>
        <p:spPr>
          <a:xfrm>
            <a:off x="6995418" y="3928070"/>
            <a:ext cx="1411858" cy="923330"/>
          </a:xfrm>
          <a:prstGeom prst="rect">
            <a:avLst/>
          </a:prstGeom>
          <a:noFill/>
        </p:spPr>
        <p:txBody>
          <a:bodyPr wrap="square" rtlCol="0">
            <a:spAutoFit/>
          </a:bodyPr>
          <a:lstStyle/>
          <a:p>
            <a:r>
              <a:rPr lang="en-US" dirty="0"/>
              <a:t>Roots</a:t>
            </a:r>
          </a:p>
          <a:p>
            <a:r>
              <a:rPr lang="en-US" dirty="0">
                <a:highlight>
                  <a:srgbClr val="FFFF00"/>
                </a:highlight>
              </a:rPr>
              <a:t>(Core beliefs</a:t>
            </a:r>
            <a:r>
              <a:rPr lang="en-US" dirty="0"/>
              <a:t>)</a:t>
            </a:r>
            <a:endParaRPr lang="en-GB" dirty="0"/>
          </a:p>
        </p:txBody>
      </p:sp>
      <p:sp>
        <p:nvSpPr>
          <p:cNvPr id="11" name="TextBox 10">
            <a:extLst>
              <a:ext uri="{FF2B5EF4-FFF2-40B4-BE49-F238E27FC236}">
                <a16:creationId xmlns:a16="http://schemas.microsoft.com/office/drawing/2014/main" id="{5074575E-1EDE-7B9B-4C3E-B2C415780BCA}"/>
              </a:ext>
            </a:extLst>
          </p:cNvPr>
          <p:cNvSpPr txBox="1"/>
          <p:nvPr/>
        </p:nvSpPr>
        <p:spPr>
          <a:xfrm>
            <a:off x="8407276" y="6165437"/>
            <a:ext cx="2126137" cy="646331"/>
          </a:xfrm>
          <a:prstGeom prst="rect">
            <a:avLst/>
          </a:prstGeom>
          <a:noFill/>
        </p:spPr>
        <p:txBody>
          <a:bodyPr wrap="square" rtlCol="0">
            <a:spAutoFit/>
          </a:bodyPr>
          <a:lstStyle/>
          <a:p>
            <a:r>
              <a:rPr lang="en-US" dirty="0"/>
              <a:t>Soil </a:t>
            </a:r>
            <a:r>
              <a:rPr lang="en-US" dirty="0">
                <a:highlight>
                  <a:srgbClr val="FFFF00"/>
                </a:highlight>
              </a:rPr>
              <a:t>(Rules for living)</a:t>
            </a:r>
            <a:endParaRPr lang="en-GB" dirty="0">
              <a:highlight>
                <a:srgbClr val="FFFF00"/>
              </a:highlight>
            </a:endParaRPr>
          </a:p>
        </p:txBody>
      </p:sp>
    </p:spTree>
    <p:extLst>
      <p:ext uri="{BB962C8B-B14F-4D97-AF65-F5344CB8AC3E}">
        <p14:creationId xmlns:p14="http://schemas.microsoft.com/office/powerpoint/2010/main" val="3778514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49563-3713-602C-A8FD-462F8F970047}"/>
            </a:ext>
          </a:extLst>
        </p:cNvPr>
        <p:cNvGrpSpPr/>
        <p:nvPr/>
      </p:nvGrpSpPr>
      <p:grpSpPr>
        <a:xfrm>
          <a:off x="0" y="0"/>
          <a:ext cx="0" cy="0"/>
          <a:chOff x="0" y="0"/>
          <a:chExt cx="0" cy="0"/>
        </a:xfrm>
      </p:grpSpPr>
      <p:sp>
        <p:nvSpPr>
          <p:cNvPr id="2" name="Rectangle 7">
            <a:extLst>
              <a:ext uri="{FF2B5EF4-FFF2-40B4-BE49-F238E27FC236}">
                <a16:creationId xmlns:a16="http://schemas.microsoft.com/office/drawing/2014/main" id="{D6960DBC-7EAA-250A-1B46-187227835A59}"/>
              </a:ext>
            </a:extLst>
          </p:cNvPr>
          <p:cNvSpPr>
            <a:spLocks noMove="1" noResize="1"/>
          </p:cNvSpPr>
          <p:nvPr/>
        </p:nvSpPr>
        <p:spPr>
          <a:xfrm>
            <a:off x="0"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3" name="Rectangle 9">
            <a:extLst>
              <a:ext uri="{FF2B5EF4-FFF2-40B4-BE49-F238E27FC236}">
                <a16:creationId xmlns:a16="http://schemas.microsoft.com/office/drawing/2014/main" id="{1306207D-C984-D1F5-39A0-AFEC68D7DE84}"/>
              </a:ext>
            </a:extLst>
          </p:cNvPr>
          <p:cNvSpPr>
            <a:spLocks noMove="1" noResize="1"/>
          </p:cNvSpPr>
          <p:nvPr/>
        </p:nvSpPr>
        <p:spPr>
          <a:xfrm>
            <a:off x="301" y="0"/>
            <a:ext cx="12191695" cy="6858000"/>
          </a:xfrm>
          <a:prstGeom prst="rect">
            <a:avLst/>
          </a:prstGeom>
          <a:solidFill>
            <a:srgbClr val="FFFFFF"/>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4" name="Title 1">
            <a:extLst>
              <a:ext uri="{FF2B5EF4-FFF2-40B4-BE49-F238E27FC236}">
                <a16:creationId xmlns:a16="http://schemas.microsoft.com/office/drawing/2014/main" id="{6A08DCF3-139F-2704-5C02-FF170CEA8600}"/>
              </a:ext>
            </a:extLst>
          </p:cNvPr>
          <p:cNvSpPr txBox="1">
            <a:spLocks noGrp="1"/>
          </p:cNvSpPr>
          <p:nvPr>
            <p:ph type="ctrTitle"/>
          </p:nvPr>
        </p:nvSpPr>
        <p:spPr>
          <a:xfrm>
            <a:off x="804672" y="940387"/>
            <a:ext cx="10021449" cy="2944459"/>
          </a:xfrm>
        </p:spPr>
        <p:txBody>
          <a:bodyPr>
            <a:normAutofit fontScale="90000"/>
          </a:bodyPr>
          <a:lstStyle/>
          <a:p>
            <a:pPr lvl="0"/>
            <a:r>
              <a:rPr lang="en-GB" sz="5200">
                <a:solidFill>
                  <a:srgbClr val="44546A"/>
                </a:solidFill>
              </a:rPr>
              <a:t>Your hot cross bun</a:t>
            </a:r>
            <a:br>
              <a:rPr lang="en-GB" sz="5200">
                <a:solidFill>
                  <a:srgbClr val="44546A"/>
                </a:solidFill>
              </a:rPr>
            </a:br>
            <a:br>
              <a:rPr lang="en-GB" sz="5200">
                <a:solidFill>
                  <a:srgbClr val="44546A"/>
                </a:solidFill>
              </a:rPr>
            </a:br>
            <a:br>
              <a:rPr lang="en-GB" sz="5200">
                <a:solidFill>
                  <a:srgbClr val="44546A"/>
                </a:solidFill>
              </a:rPr>
            </a:br>
            <a:endParaRPr lang="en-GB" sz="5200">
              <a:solidFill>
                <a:srgbClr val="44546A"/>
              </a:solidFill>
            </a:endParaRPr>
          </a:p>
        </p:txBody>
      </p:sp>
      <p:grpSp>
        <p:nvGrpSpPr>
          <p:cNvPr id="5" name="Group 11">
            <a:extLst>
              <a:ext uri="{FF2B5EF4-FFF2-40B4-BE49-F238E27FC236}">
                <a16:creationId xmlns:a16="http://schemas.microsoft.com/office/drawing/2014/main" id="{E9A4678C-B270-04B3-9246-5D1B30EACCCD}"/>
              </a:ext>
            </a:extLst>
          </p:cNvPr>
          <p:cNvGrpSpPr/>
          <p:nvPr/>
        </p:nvGrpSpPr>
        <p:grpSpPr>
          <a:xfrm>
            <a:off x="-301" y="-1298"/>
            <a:ext cx="2514947" cy="2174332"/>
            <a:chOff x="-301" y="-1298"/>
            <a:chExt cx="2514947" cy="2174332"/>
          </a:xfrm>
        </p:grpSpPr>
        <p:sp>
          <p:nvSpPr>
            <p:cNvPr id="6" name="Freeform: Shape 12">
              <a:extLst>
                <a:ext uri="{FF2B5EF4-FFF2-40B4-BE49-F238E27FC236}">
                  <a16:creationId xmlns:a16="http://schemas.microsoft.com/office/drawing/2014/main" id="{56BE550A-AAA9-7793-BAA8-5B71140F1C89}"/>
                </a:ext>
              </a:extLst>
            </p:cNvPr>
            <p:cNvSpPr/>
            <p:nvPr/>
          </p:nvSpPr>
          <p:spPr>
            <a:xfrm>
              <a:off x="-301" y="2852"/>
              <a:ext cx="2514947" cy="2170182"/>
            </a:xfrm>
            <a:custGeom>
              <a:avLst/>
              <a:gdLst>
                <a:gd name="f0" fmla="val 10800000"/>
                <a:gd name="f1" fmla="val 5400000"/>
                <a:gd name="f2" fmla="val 180"/>
                <a:gd name="f3" fmla="val w"/>
                <a:gd name="f4" fmla="val h"/>
                <a:gd name="f5" fmla="val 0"/>
                <a:gd name="f6" fmla="val 2514948"/>
                <a:gd name="f7" fmla="val 2170178"/>
                <a:gd name="f8" fmla="val 2466091"/>
                <a:gd name="f9" fmla="val 2512286"/>
                <a:gd name="f10" fmla="val 12375"/>
                <a:gd name="f11" fmla="val 2481760"/>
                <a:gd name="f12" fmla="val 133161"/>
                <a:gd name="f13" fmla="val 2442526"/>
                <a:gd name="f14" fmla="val 252239"/>
                <a:gd name="f15" fmla="val 2394961"/>
                <a:gd name="f16" fmla="val 368660"/>
                <a:gd name="f17" fmla="val 2363109"/>
                <a:gd name="f18" fmla="val 446208"/>
                <a:gd name="f19" fmla="val 2328603"/>
                <a:gd name="f20" fmla="val 523039"/>
                <a:gd name="f21" fmla="val 2289734"/>
                <a:gd name="f22" fmla="val 598078"/>
                <a:gd name="f23" fmla="val 2251436"/>
                <a:gd name="f24" fmla="val 673387"/>
                <a:gd name="f25" fmla="val 2209251"/>
                <a:gd name="f26" fmla="val 747083"/>
                <a:gd name="f27" fmla="val 2163747"/>
                <a:gd name="f28" fmla="val 819078"/>
                <a:gd name="f29" fmla="val 2072646"/>
                <a:gd name="f30" fmla="val 962979"/>
                <a:gd name="f31" fmla="val 1968652"/>
                <a:gd name="f32" fmla="val 1100611"/>
                <a:gd name="f33" fmla="val 1852241"/>
                <a:gd name="f34" fmla="val 1228932"/>
                <a:gd name="f35" fmla="val 1793748"/>
                <a:gd name="f36" fmla="val 1292868"/>
                <a:gd name="f37" fmla="val 1732698"/>
                <a:gd name="f38" fmla="val 1354923"/>
                <a:gd name="f39" fmla="val 1668235"/>
                <a:gd name="f40" fmla="val 1413844"/>
                <a:gd name="f41" fmla="val 1652214"/>
                <a:gd name="f42" fmla="val 1428709"/>
                <a:gd name="f43" fmla="val 1636100"/>
                <a:gd name="f44" fmla="val 1443395"/>
                <a:gd name="f45" fmla="val 1619510"/>
                <a:gd name="f46" fmla="val 1457722"/>
                <a:gd name="f47" fmla="val 1603015"/>
                <a:gd name="f48" fmla="val 1472140"/>
                <a:gd name="f49" fmla="val 1586805"/>
                <a:gd name="f50" fmla="val 1486825"/>
                <a:gd name="f51" fmla="val 1569835"/>
                <a:gd name="f52" fmla="val 1500704"/>
                <a:gd name="f53" fmla="val 1536276"/>
                <a:gd name="f54" fmla="val 1528911"/>
                <a:gd name="f55" fmla="val 1501865"/>
                <a:gd name="f56" fmla="val 1556223"/>
                <a:gd name="f57" fmla="val 1467169"/>
                <a:gd name="f58" fmla="val 1583266"/>
                <a:gd name="f59" fmla="val 1327719"/>
                <a:gd name="f60" fmla="val 1690722"/>
                <a:gd name="f61" fmla="val 1177085"/>
                <a:gd name="f62" fmla="val 1785910"/>
                <a:gd name="f63" fmla="val 1018393"/>
                <a:gd name="f64" fmla="val 1867576"/>
                <a:gd name="f65" fmla="val 780425"/>
                <a:gd name="f66" fmla="val 1990142"/>
                <a:gd name="f67" fmla="val 522567"/>
                <a:gd name="f68" fmla="val 2080875"/>
                <a:gd name="f69" fmla="val 255857"/>
                <a:gd name="f70" fmla="val 2133049"/>
                <a:gd name="f71" fmla="val 1940056"/>
                <a:gd name="f72" fmla="val 201609"/>
                <a:gd name="f73" fmla="val 1902856"/>
                <a:gd name="f74" fmla="val 282186"/>
                <a:gd name="f75" fmla="val 1884231"/>
                <a:gd name="f76" fmla="val 362102"/>
                <a:gd name="f77" fmla="val 1863008"/>
                <a:gd name="f78" fmla="val 440974"/>
                <a:gd name="f79" fmla="val 1838472"/>
                <a:gd name="f80" fmla="val 519848"/>
                <a:gd name="f81" fmla="val 1814027"/>
                <a:gd name="f82" fmla="val 597771"/>
                <a:gd name="f83" fmla="val 1786627"/>
                <a:gd name="f84" fmla="val 674558"/>
                <a:gd name="f85" fmla="val 1756359"/>
                <a:gd name="f86" fmla="val 751250"/>
                <a:gd name="f87" fmla="val 1726003"/>
                <a:gd name="f88" fmla="val 826900"/>
                <a:gd name="f89" fmla="val 1692870"/>
                <a:gd name="f90" fmla="val 901222"/>
                <a:gd name="f91" fmla="val 1657142"/>
                <a:gd name="f92" fmla="val 1049865"/>
                <a:gd name="f93" fmla="val 1585774"/>
                <a:gd name="f94" fmla="val 1193581"/>
                <a:gd name="f95" fmla="val 1504376"/>
                <a:gd name="f96" fmla="val 1330943"/>
                <a:gd name="f97" fmla="val 1413396"/>
                <a:gd name="f98" fmla="val 1365165"/>
                <a:gd name="f99" fmla="val 1390563"/>
                <a:gd name="f100" fmla="val 1399293"/>
                <a:gd name="f101" fmla="val 1367370"/>
                <a:gd name="f102" fmla="val 1432566"/>
                <a:gd name="f103" fmla="val 1343193"/>
                <a:gd name="f104" fmla="val 1449441"/>
                <a:gd name="f105" fmla="val 1331373"/>
                <a:gd name="f106" fmla="val 1465936"/>
                <a:gd name="f107" fmla="val 1319104"/>
                <a:gd name="f108" fmla="val 1482527"/>
                <a:gd name="f109" fmla="val 1306926"/>
                <a:gd name="f110" fmla="val 1499210"/>
                <a:gd name="f111" fmla="val 1294837"/>
                <a:gd name="f112" fmla="val 1515611"/>
                <a:gd name="f113" fmla="val 1282391"/>
                <a:gd name="f114" fmla="val 1531821"/>
                <a:gd name="f115" fmla="val 1269765"/>
                <a:gd name="f116" fmla="val 1596947"/>
                <a:gd name="f117" fmla="val 1219350"/>
                <a:gd name="f118" fmla="val 1660652"/>
                <a:gd name="f119" fmla="val 1167055"/>
                <a:gd name="f120" fmla="val 1721986"/>
                <a:gd name="f121" fmla="val 1112073"/>
                <a:gd name="f122" fmla="val 1844940"/>
                <a:gd name="f123" fmla="val 1002469"/>
                <a:gd name="f124" fmla="val 1958983"/>
                <a:gd name="f125" fmla="val 882926"/>
                <a:gd name="f126" fmla="val 2061460"/>
                <a:gd name="f127" fmla="val 754336"/>
                <a:gd name="f128" fmla="val 2112652"/>
                <a:gd name="f129" fmla="val 690042"/>
                <a:gd name="f130" fmla="val 2161094"/>
                <a:gd name="f131" fmla="val 623510"/>
                <a:gd name="f132" fmla="val 2206218"/>
                <a:gd name="f133" fmla="val 554827"/>
                <a:gd name="f134" fmla="val 2250583"/>
                <a:gd name="f135" fmla="val 485787"/>
                <a:gd name="f136" fmla="val 2292484"/>
                <a:gd name="f137" fmla="val 415046"/>
                <a:gd name="f138" fmla="val 2329455"/>
                <a:gd name="f139" fmla="val 341886"/>
                <a:gd name="f140" fmla="val 2339030"/>
                <a:gd name="f141" fmla="val 323709"/>
                <a:gd name="f142" fmla="val 2347941"/>
                <a:gd name="f143" fmla="val 305261"/>
                <a:gd name="f144" fmla="val 2356757"/>
                <a:gd name="f145" fmla="val 286815"/>
                <a:gd name="f146" fmla="val 2370030"/>
                <a:gd name="f147" fmla="val 259056"/>
                <a:gd name="f148" fmla="val 2382637"/>
                <a:gd name="f149" fmla="val 231028"/>
                <a:gd name="f150" fmla="val 2390885"/>
                <a:gd name="f151" fmla="val 212312"/>
                <a:gd name="f152" fmla="val 2399227"/>
                <a:gd name="f153" fmla="val 193598"/>
                <a:gd name="f154" fmla="val 2406716"/>
                <a:gd name="f155" fmla="val 174525"/>
                <a:gd name="f156" fmla="val 2414206"/>
                <a:gd name="f157" fmla="val 155452"/>
                <a:gd name="f158" fmla="val 2422453"/>
                <a:gd name="f159" fmla="val 136646"/>
                <a:gd name="f160" fmla="val 2429278"/>
                <a:gd name="f161" fmla="val 117393"/>
                <a:gd name="f162" fmla="+- 0 0 -90"/>
                <a:gd name="f163" fmla="*/ f3 1 2514948"/>
                <a:gd name="f164" fmla="*/ f4 1 2170178"/>
                <a:gd name="f165" fmla="+- f7 0 f5"/>
                <a:gd name="f166" fmla="+- f6 0 f5"/>
                <a:gd name="f167" fmla="*/ f162 f0 1"/>
                <a:gd name="f168" fmla="*/ f166 1 2514948"/>
                <a:gd name="f169" fmla="*/ f165 1 2170178"/>
                <a:gd name="f170" fmla="*/ 2466091 f166 1"/>
                <a:gd name="f171" fmla="*/ 0 f165 1"/>
                <a:gd name="f172" fmla="*/ 2514948 f166 1"/>
                <a:gd name="f173" fmla="*/ 2512286 f166 1"/>
                <a:gd name="f174" fmla="*/ 12375 f165 1"/>
                <a:gd name="f175" fmla="*/ 2394961 f166 1"/>
                <a:gd name="f176" fmla="*/ 368660 f165 1"/>
                <a:gd name="f177" fmla="*/ 2289734 f166 1"/>
                <a:gd name="f178" fmla="*/ 598078 f165 1"/>
                <a:gd name="f179" fmla="*/ 2163747 f166 1"/>
                <a:gd name="f180" fmla="*/ 819078 f165 1"/>
                <a:gd name="f181" fmla="*/ 1852241 f166 1"/>
                <a:gd name="f182" fmla="*/ 1228932 f165 1"/>
                <a:gd name="f183" fmla="*/ 1668235 f166 1"/>
                <a:gd name="f184" fmla="*/ 1413844 f165 1"/>
                <a:gd name="f185" fmla="*/ 1619510 f166 1"/>
                <a:gd name="f186" fmla="*/ 1457722 f165 1"/>
                <a:gd name="f187" fmla="*/ 1569835 f166 1"/>
                <a:gd name="f188" fmla="*/ 1500704 f165 1"/>
                <a:gd name="f189" fmla="*/ 1467169 f166 1"/>
                <a:gd name="f190" fmla="*/ 1583266 f165 1"/>
                <a:gd name="f191" fmla="*/ 1018393 f166 1"/>
                <a:gd name="f192" fmla="*/ 1867576 f165 1"/>
                <a:gd name="f193" fmla="*/ 255857 f166 1"/>
                <a:gd name="f194" fmla="*/ 2133049 f165 1"/>
                <a:gd name="f195" fmla="*/ 0 f166 1"/>
                <a:gd name="f196" fmla="*/ 2170178 f165 1"/>
                <a:gd name="f197" fmla="*/ 1940056 f165 1"/>
                <a:gd name="f198" fmla="*/ 201609 f166 1"/>
                <a:gd name="f199" fmla="*/ 1902856 f165 1"/>
                <a:gd name="f200" fmla="*/ 440974 f166 1"/>
                <a:gd name="f201" fmla="*/ 1838472 f165 1"/>
                <a:gd name="f202" fmla="*/ 674558 f166 1"/>
                <a:gd name="f203" fmla="*/ 1756359 f165 1"/>
                <a:gd name="f204" fmla="*/ 901222 f166 1"/>
                <a:gd name="f205" fmla="*/ 1657142 f165 1"/>
                <a:gd name="f206" fmla="*/ 1330943 f166 1"/>
                <a:gd name="f207" fmla="*/ 1413396 f165 1"/>
                <a:gd name="f208" fmla="*/ 1432566 f166 1"/>
                <a:gd name="f209" fmla="*/ 1343193 f165 1"/>
                <a:gd name="f210" fmla="*/ 1482527 f166 1"/>
                <a:gd name="f211" fmla="*/ 1306926 f165 1"/>
                <a:gd name="f212" fmla="*/ 1531821 f166 1"/>
                <a:gd name="f213" fmla="*/ 1269765 f165 1"/>
                <a:gd name="f214" fmla="*/ 1721986 f166 1"/>
                <a:gd name="f215" fmla="*/ 1112073 f165 1"/>
                <a:gd name="f216" fmla="*/ 2061460 f166 1"/>
                <a:gd name="f217" fmla="*/ 754336 f165 1"/>
                <a:gd name="f218" fmla="*/ 2206218 f166 1"/>
                <a:gd name="f219" fmla="*/ 554827 f165 1"/>
                <a:gd name="f220" fmla="*/ 2329455 f166 1"/>
                <a:gd name="f221" fmla="*/ 341886 f165 1"/>
                <a:gd name="f222" fmla="*/ 2356757 f166 1"/>
                <a:gd name="f223" fmla="*/ 286815 f165 1"/>
                <a:gd name="f224" fmla="*/ 2370030 f166 1"/>
                <a:gd name="f225" fmla="*/ 259056 f165 1"/>
                <a:gd name="f226" fmla="*/ 2382637 f166 1"/>
                <a:gd name="f227" fmla="*/ 231028 f165 1"/>
                <a:gd name="f228" fmla="*/ 2406716 f166 1"/>
                <a:gd name="f229" fmla="*/ 174525 f165 1"/>
                <a:gd name="f230" fmla="*/ 2429278 f166 1"/>
                <a:gd name="f231" fmla="*/ 117393 f165 1"/>
                <a:gd name="f232" fmla="*/ f167 1 f2"/>
                <a:gd name="f233" fmla="*/ f170 1 2514948"/>
                <a:gd name="f234" fmla="*/ f171 1 2170178"/>
                <a:gd name="f235" fmla="*/ f172 1 2514948"/>
                <a:gd name="f236" fmla="*/ f173 1 2514948"/>
                <a:gd name="f237" fmla="*/ f174 1 2170178"/>
                <a:gd name="f238" fmla="*/ f175 1 2514948"/>
                <a:gd name="f239" fmla="*/ f176 1 2170178"/>
                <a:gd name="f240" fmla="*/ f177 1 2514948"/>
                <a:gd name="f241" fmla="*/ f178 1 2170178"/>
                <a:gd name="f242" fmla="*/ f179 1 2514948"/>
                <a:gd name="f243" fmla="*/ f180 1 2170178"/>
                <a:gd name="f244" fmla="*/ f181 1 2514948"/>
                <a:gd name="f245" fmla="*/ f182 1 2170178"/>
                <a:gd name="f246" fmla="*/ f183 1 2514948"/>
                <a:gd name="f247" fmla="*/ f184 1 2170178"/>
                <a:gd name="f248" fmla="*/ f185 1 2514948"/>
                <a:gd name="f249" fmla="*/ f186 1 2170178"/>
                <a:gd name="f250" fmla="*/ f187 1 2514948"/>
                <a:gd name="f251" fmla="*/ f188 1 2170178"/>
                <a:gd name="f252" fmla="*/ f189 1 2514948"/>
                <a:gd name="f253" fmla="*/ f190 1 2170178"/>
                <a:gd name="f254" fmla="*/ f191 1 2514948"/>
                <a:gd name="f255" fmla="*/ f192 1 2170178"/>
                <a:gd name="f256" fmla="*/ f193 1 2514948"/>
                <a:gd name="f257" fmla="*/ f194 1 2170178"/>
                <a:gd name="f258" fmla="*/ f195 1 2514948"/>
                <a:gd name="f259" fmla="*/ f196 1 2170178"/>
                <a:gd name="f260" fmla="*/ f197 1 2170178"/>
                <a:gd name="f261" fmla="*/ f198 1 2514948"/>
                <a:gd name="f262" fmla="*/ f199 1 2170178"/>
                <a:gd name="f263" fmla="*/ f200 1 2514948"/>
                <a:gd name="f264" fmla="*/ f201 1 2170178"/>
                <a:gd name="f265" fmla="*/ f202 1 2514948"/>
                <a:gd name="f266" fmla="*/ f203 1 2170178"/>
                <a:gd name="f267" fmla="*/ f204 1 2514948"/>
                <a:gd name="f268" fmla="*/ f205 1 2170178"/>
                <a:gd name="f269" fmla="*/ f206 1 2514948"/>
                <a:gd name="f270" fmla="*/ f207 1 2170178"/>
                <a:gd name="f271" fmla="*/ f208 1 2514948"/>
                <a:gd name="f272" fmla="*/ f209 1 2170178"/>
                <a:gd name="f273" fmla="*/ f210 1 2514948"/>
                <a:gd name="f274" fmla="*/ f211 1 2170178"/>
                <a:gd name="f275" fmla="*/ f212 1 2514948"/>
                <a:gd name="f276" fmla="*/ f213 1 2170178"/>
                <a:gd name="f277" fmla="*/ f214 1 2514948"/>
                <a:gd name="f278" fmla="*/ f215 1 2170178"/>
                <a:gd name="f279" fmla="*/ f216 1 2514948"/>
                <a:gd name="f280" fmla="*/ f217 1 2170178"/>
                <a:gd name="f281" fmla="*/ f218 1 2514948"/>
                <a:gd name="f282" fmla="*/ f219 1 2170178"/>
                <a:gd name="f283" fmla="*/ f220 1 2514948"/>
                <a:gd name="f284" fmla="*/ f221 1 2170178"/>
                <a:gd name="f285" fmla="*/ f222 1 2514948"/>
                <a:gd name="f286" fmla="*/ f223 1 2170178"/>
                <a:gd name="f287" fmla="*/ f224 1 2514948"/>
                <a:gd name="f288" fmla="*/ f225 1 2170178"/>
                <a:gd name="f289" fmla="*/ f226 1 2514948"/>
                <a:gd name="f290" fmla="*/ f227 1 2170178"/>
                <a:gd name="f291" fmla="*/ f228 1 2514948"/>
                <a:gd name="f292" fmla="*/ f229 1 2170178"/>
                <a:gd name="f293" fmla="*/ f230 1 2514948"/>
                <a:gd name="f294" fmla="*/ f231 1 2170178"/>
                <a:gd name="f295" fmla="*/ f5 1 f168"/>
                <a:gd name="f296" fmla="*/ f6 1 f168"/>
                <a:gd name="f297" fmla="*/ f5 1 f169"/>
                <a:gd name="f298" fmla="*/ f7 1 f169"/>
                <a:gd name="f299" fmla="+- f232 0 f1"/>
                <a:gd name="f300" fmla="*/ f233 1 f168"/>
                <a:gd name="f301" fmla="*/ f234 1 f169"/>
                <a:gd name="f302" fmla="*/ f235 1 f168"/>
                <a:gd name="f303" fmla="*/ f236 1 f168"/>
                <a:gd name="f304" fmla="*/ f237 1 f169"/>
                <a:gd name="f305" fmla="*/ f238 1 f168"/>
                <a:gd name="f306" fmla="*/ f239 1 f169"/>
                <a:gd name="f307" fmla="*/ f240 1 f168"/>
                <a:gd name="f308" fmla="*/ f241 1 f169"/>
                <a:gd name="f309" fmla="*/ f242 1 f168"/>
                <a:gd name="f310" fmla="*/ f243 1 f169"/>
                <a:gd name="f311" fmla="*/ f244 1 f168"/>
                <a:gd name="f312" fmla="*/ f245 1 f169"/>
                <a:gd name="f313" fmla="*/ f246 1 f168"/>
                <a:gd name="f314" fmla="*/ f247 1 f169"/>
                <a:gd name="f315" fmla="*/ f248 1 f168"/>
                <a:gd name="f316" fmla="*/ f249 1 f169"/>
                <a:gd name="f317" fmla="*/ f250 1 f168"/>
                <a:gd name="f318" fmla="*/ f251 1 f169"/>
                <a:gd name="f319" fmla="*/ f252 1 f168"/>
                <a:gd name="f320" fmla="*/ f253 1 f169"/>
                <a:gd name="f321" fmla="*/ f254 1 f168"/>
                <a:gd name="f322" fmla="*/ f255 1 f169"/>
                <a:gd name="f323" fmla="*/ f256 1 f168"/>
                <a:gd name="f324" fmla="*/ f257 1 f169"/>
                <a:gd name="f325" fmla="*/ f258 1 f168"/>
                <a:gd name="f326" fmla="*/ f259 1 f169"/>
                <a:gd name="f327" fmla="*/ f260 1 f169"/>
                <a:gd name="f328" fmla="*/ f261 1 f168"/>
                <a:gd name="f329" fmla="*/ f262 1 f169"/>
                <a:gd name="f330" fmla="*/ f263 1 f168"/>
                <a:gd name="f331" fmla="*/ f264 1 f169"/>
                <a:gd name="f332" fmla="*/ f265 1 f168"/>
                <a:gd name="f333" fmla="*/ f266 1 f169"/>
                <a:gd name="f334" fmla="*/ f267 1 f168"/>
                <a:gd name="f335" fmla="*/ f268 1 f169"/>
                <a:gd name="f336" fmla="*/ f269 1 f168"/>
                <a:gd name="f337" fmla="*/ f270 1 f169"/>
                <a:gd name="f338" fmla="*/ f271 1 f168"/>
                <a:gd name="f339" fmla="*/ f272 1 f169"/>
                <a:gd name="f340" fmla="*/ f273 1 f168"/>
                <a:gd name="f341" fmla="*/ f274 1 f169"/>
                <a:gd name="f342" fmla="*/ f275 1 f168"/>
                <a:gd name="f343" fmla="*/ f276 1 f169"/>
                <a:gd name="f344" fmla="*/ f277 1 f168"/>
                <a:gd name="f345" fmla="*/ f278 1 f169"/>
                <a:gd name="f346" fmla="*/ f279 1 f168"/>
                <a:gd name="f347" fmla="*/ f280 1 f169"/>
                <a:gd name="f348" fmla="*/ f281 1 f168"/>
                <a:gd name="f349" fmla="*/ f282 1 f169"/>
                <a:gd name="f350" fmla="*/ f283 1 f168"/>
                <a:gd name="f351" fmla="*/ f284 1 f169"/>
                <a:gd name="f352" fmla="*/ f285 1 f168"/>
                <a:gd name="f353" fmla="*/ f286 1 f169"/>
                <a:gd name="f354" fmla="*/ f287 1 f168"/>
                <a:gd name="f355" fmla="*/ f288 1 f169"/>
                <a:gd name="f356" fmla="*/ f289 1 f168"/>
                <a:gd name="f357" fmla="*/ f290 1 f169"/>
                <a:gd name="f358" fmla="*/ f291 1 f168"/>
                <a:gd name="f359" fmla="*/ f292 1 f169"/>
                <a:gd name="f360" fmla="*/ f293 1 f168"/>
                <a:gd name="f361" fmla="*/ f294 1 f169"/>
                <a:gd name="f362" fmla="*/ f295 f163 1"/>
                <a:gd name="f363" fmla="*/ f296 f163 1"/>
                <a:gd name="f364" fmla="*/ f298 f164 1"/>
                <a:gd name="f365" fmla="*/ f297 f164 1"/>
                <a:gd name="f366" fmla="*/ f300 f163 1"/>
                <a:gd name="f367" fmla="*/ f301 f164 1"/>
                <a:gd name="f368" fmla="*/ f302 f163 1"/>
                <a:gd name="f369" fmla="*/ f303 f163 1"/>
                <a:gd name="f370" fmla="*/ f304 f164 1"/>
                <a:gd name="f371" fmla="*/ f305 f163 1"/>
                <a:gd name="f372" fmla="*/ f306 f164 1"/>
                <a:gd name="f373" fmla="*/ f307 f163 1"/>
                <a:gd name="f374" fmla="*/ f308 f164 1"/>
                <a:gd name="f375" fmla="*/ f309 f163 1"/>
                <a:gd name="f376" fmla="*/ f310 f164 1"/>
                <a:gd name="f377" fmla="*/ f311 f163 1"/>
                <a:gd name="f378" fmla="*/ f312 f164 1"/>
                <a:gd name="f379" fmla="*/ f313 f163 1"/>
                <a:gd name="f380" fmla="*/ f314 f164 1"/>
                <a:gd name="f381" fmla="*/ f315 f163 1"/>
                <a:gd name="f382" fmla="*/ f316 f164 1"/>
                <a:gd name="f383" fmla="*/ f317 f163 1"/>
                <a:gd name="f384" fmla="*/ f318 f164 1"/>
                <a:gd name="f385" fmla="*/ f319 f163 1"/>
                <a:gd name="f386" fmla="*/ f320 f164 1"/>
                <a:gd name="f387" fmla="*/ f321 f163 1"/>
                <a:gd name="f388" fmla="*/ f322 f164 1"/>
                <a:gd name="f389" fmla="*/ f323 f163 1"/>
                <a:gd name="f390" fmla="*/ f324 f164 1"/>
                <a:gd name="f391" fmla="*/ f325 f163 1"/>
                <a:gd name="f392" fmla="*/ f326 f164 1"/>
                <a:gd name="f393" fmla="*/ f327 f164 1"/>
                <a:gd name="f394" fmla="*/ f328 f163 1"/>
                <a:gd name="f395" fmla="*/ f329 f164 1"/>
                <a:gd name="f396" fmla="*/ f330 f163 1"/>
                <a:gd name="f397" fmla="*/ f331 f164 1"/>
                <a:gd name="f398" fmla="*/ f332 f163 1"/>
                <a:gd name="f399" fmla="*/ f333 f164 1"/>
                <a:gd name="f400" fmla="*/ f334 f163 1"/>
                <a:gd name="f401" fmla="*/ f335 f164 1"/>
                <a:gd name="f402" fmla="*/ f336 f163 1"/>
                <a:gd name="f403" fmla="*/ f337 f164 1"/>
                <a:gd name="f404" fmla="*/ f338 f163 1"/>
                <a:gd name="f405" fmla="*/ f339 f164 1"/>
                <a:gd name="f406" fmla="*/ f340 f163 1"/>
                <a:gd name="f407" fmla="*/ f341 f164 1"/>
                <a:gd name="f408" fmla="*/ f342 f163 1"/>
                <a:gd name="f409" fmla="*/ f343 f164 1"/>
                <a:gd name="f410" fmla="*/ f344 f163 1"/>
                <a:gd name="f411" fmla="*/ f345 f164 1"/>
                <a:gd name="f412" fmla="*/ f346 f163 1"/>
                <a:gd name="f413" fmla="*/ f347 f164 1"/>
                <a:gd name="f414" fmla="*/ f348 f163 1"/>
                <a:gd name="f415" fmla="*/ f349 f164 1"/>
                <a:gd name="f416" fmla="*/ f350 f163 1"/>
                <a:gd name="f417" fmla="*/ f351 f164 1"/>
                <a:gd name="f418" fmla="*/ f352 f163 1"/>
                <a:gd name="f419" fmla="*/ f353 f164 1"/>
                <a:gd name="f420" fmla="*/ f354 f163 1"/>
                <a:gd name="f421" fmla="*/ f355 f164 1"/>
                <a:gd name="f422" fmla="*/ f356 f163 1"/>
                <a:gd name="f423" fmla="*/ f357 f164 1"/>
                <a:gd name="f424" fmla="*/ f358 f163 1"/>
                <a:gd name="f425" fmla="*/ f359 f164 1"/>
                <a:gd name="f426" fmla="*/ f360 f163 1"/>
                <a:gd name="f427" fmla="*/ f361 f164 1"/>
              </a:gdLst>
              <a:ahLst/>
              <a:cxnLst>
                <a:cxn ang="3cd4">
                  <a:pos x="hc" y="t"/>
                </a:cxn>
                <a:cxn ang="0">
                  <a:pos x="r" y="vc"/>
                </a:cxn>
                <a:cxn ang="cd4">
                  <a:pos x="hc" y="b"/>
                </a:cxn>
                <a:cxn ang="cd2">
                  <a:pos x="l" y="vc"/>
                </a:cxn>
                <a:cxn ang="f299">
                  <a:pos x="f366" y="f367"/>
                </a:cxn>
                <a:cxn ang="f299">
                  <a:pos x="f368" y="f367"/>
                </a:cxn>
                <a:cxn ang="f299">
                  <a:pos x="f369" y="f370"/>
                </a:cxn>
                <a:cxn ang="f299">
                  <a:pos x="f371" y="f372"/>
                </a:cxn>
                <a:cxn ang="f299">
                  <a:pos x="f373" y="f374"/>
                </a:cxn>
                <a:cxn ang="f299">
                  <a:pos x="f375" y="f376"/>
                </a:cxn>
                <a:cxn ang="f299">
                  <a:pos x="f377" y="f378"/>
                </a:cxn>
                <a:cxn ang="f299">
                  <a:pos x="f379" y="f380"/>
                </a:cxn>
                <a:cxn ang="f299">
                  <a:pos x="f381" y="f382"/>
                </a:cxn>
                <a:cxn ang="f299">
                  <a:pos x="f383" y="f384"/>
                </a:cxn>
                <a:cxn ang="f299">
                  <a:pos x="f385" y="f386"/>
                </a:cxn>
                <a:cxn ang="f299">
                  <a:pos x="f387" y="f388"/>
                </a:cxn>
                <a:cxn ang="f299">
                  <a:pos x="f389" y="f390"/>
                </a:cxn>
                <a:cxn ang="f299">
                  <a:pos x="f391" y="f392"/>
                </a:cxn>
                <a:cxn ang="f299">
                  <a:pos x="f391" y="f393"/>
                </a:cxn>
                <a:cxn ang="f299">
                  <a:pos x="f394" y="f395"/>
                </a:cxn>
                <a:cxn ang="f299">
                  <a:pos x="f396" y="f397"/>
                </a:cxn>
                <a:cxn ang="f299">
                  <a:pos x="f398" y="f399"/>
                </a:cxn>
                <a:cxn ang="f299">
                  <a:pos x="f400" y="f401"/>
                </a:cxn>
                <a:cxn ang="f299">
                  <a:pos x="f402" y="f403"/>
                </a:cxn>
                <a:cxn ang="f299">
                  <a:pos x="f404" y="f405"/>
                </a:cxn>
                <a:cxn ang="f299">
                  <a:pos x="f406" y="f407"/>
                </a:cxn>
                <a:cxn ang="f299">
                  <a:pos x="f408" y="f409"/>
                </a:cxn>
                <a:cxn ang="f299">
                  <a:pos x="f410" y="f411"/>
                </a:cxn>
                <a:cxn ang="f299">
                  <a:pos x="f412" y="f413"/>
                </a:cxn>
                <a:cxn ang="f299">
                  <a:pos x="f414" y="f415"/>
                </a:cxn>
                <a:cxn ang="f299">
                  <a:pos x="f416" y="f417"/>
                </a:cxn>
                <a:cxn ang="f299">
                  <a:pos x="f418" y="f419"/>
                </a:cxn>
                <a:cxn ang="f299">
                  <a:pos x="f420" y="f421"/>
                </a:cxn>
                <a:cxn ang="f299">
                  <a:pos x="f422" y="f423"/>
                </a:cxn>
                <a:cxn ang="f299">
                  <a:pos x="f424" y="f425"/>
                </a:cxn>
                <a:cxn ang="f299">
                  <a:pos x="f426" y="f427"/>
                </a:cxn>
              </a:cxnLst>
              <a:rect l="f362" t="f365" r="f363" b="f364"/>
              <a:pathLst>
                <a:path w="2514948" h="2170178">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lnTo>
                    <a:pt x="f5" y="f7"/>
                  </a:lnTo>
                  <a:lnTo>
                    <a:pt x="f5" y="f71"/>
                  </a:lnTo>
                  <a:lnTo>
                    <a:pt x="f72" y="f73"/>
                  </a:lnTo>
                  <a:cubicBezTo>
                    <a:pt x="f74" y="f75"/>
                    <a:pt x="f76" y="f77"/>
                    <a:pt x="f78" y="f79"/>
                  </a:cubicBezTo>
                  <a:cubicBezTo>
                    <a:pt x="f80" y="f81"/>
                    <a:pt x="f82" y="f83"/>
                    <a:pt x="f84" y="f85"/>
                  </a:cubicBezTo>
                  <a:cubicBezTo>
                    <a:pt x="f86" y="f87"/>
                    <a:pt x="f88" y="f89"/>
                    <a:pt x="f90" y="f91"/>
                  </a:cubicBezTo>
                  <a:cubicBezTo>
                    <a:pt x="f92" y="f93"/>
                    <a:pt x="f94" y="f95"/>
                    <a:pt x="f96" y="f97"/>
                  </a:cubicBezTo>
                  <a:cubicBezTo>
                    <a:pt x="f98" y="f99"/>
                    <a:pt x="f100" y="f101"/>
                    <a:pt x="f102" y="f103"/>
                  </a:cubicBezTo>
                  <a:cubicBezTo>
                    <a:pt x="f104" y="f105"/>
                    <a:pt x="f106" y="f107"/>
                    <a:pt x="f108" y="f109"/>
                  </a:cubicBezTo>
                  <a:cubicBezTo>
                    <a:pt x="f110" y="f111"/>
                    <a:pt x="f112" y="f113"/>
                    <a:pt x="f114" y="f115"/>
                  </a:cubicBezTo>
                  <a:cubicBezTo>
                    <a:pt x="f116" y="f117"/>
                    <a:pt x="f118" y="f119"/>
                    <a:pt x="f120" y="f121"/>
                  </a:cubicBezTo>
                  <a:cubicBezTo>
                    <a:pt x="f122" y="f123"/>
                    <a:pt x="f124" y="f125"/>
                    <a:pt x="f126" y="f127"/>
                  </a:cubicBezTo>
                  <a:cubicBezTo>
                    <a:pt x="f128" y="f129"/>
                    <a:pt x="f130" y="f131"/>
                    <a:pt x="f132" y="f133"/>
                  </a:cubicBezTo>
                  <a:cubicBezTo>
                    <a:pt x="f134" y="f135"/>
                    <a:pt x="f136" y="f137"/>
                    <a:pt x="f138" y="f139"/>
                  </a:cubicBezTo>
                  <a:cubicBezTo>
                    <a:pt x="f140" y="f141"/>
                    <a:pt x="f142" y="f143"/>
                    <a:pt x="f144" y="f145"/>
                  </a:cubicBezTo>
                  <a:lnTo>
                    <a:pt x="f146" y="f147"/>
                  </a:lnTo>
                  <a:lnTo>
                    <a:pt x="f148" y="f149"/>
                  </a:lnTo>
                  <a:cubicBezTo>
                    <a:pt x="f150" y="f151"/>
                    <a:pt x="f152" y="f153"/>
                    <a:pt x="f154" y="f155"/>
                  </a:cubicBezTo>
                  <a:cubicBezTo>
                    <a:pt x="f156" y="f157"/>
                    <a:pt x="f158" y="f159"/>
                    <a:pt x="f160" y="f16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7" name="Freeform: Shape 13">
              <a:extLst>
                <a:ext uri="{FF2B5EF4-FFF2-40B4-BE49-F238E27FC236}">
                  <a16:creationId xmlns:a16="http://schemas.microsoft.com/office/drawing/2014/main" id="{C4196BAB-B05B-77AC-56BC-137E607FCDD7}"/>
                </a:ext>
              </a:extLst>
            </p:cNvPr>
            <p:cNvSpPr/>
            <p:nvPr/>
          </p:nvSpPr>
          <p:spPr>
            <a:xfrm>
              <a:off x="-301" y="-1298"/>
              <a:ext cx="2493065" cy="1947891"/>
            </a:xfrm>
            <a:custGeom>
              <a:avLst/>
              <a:gdLst>
                <a:gd name="f0" fmla="val 10800000"/>
                <a:gd name="f1" fmla="val 5400000"/>
                <a:gd name="f2" fmla="val 180"/>
                <a:gd name="f3" fmla="val w"/>
                <a:gd name="f4" fmla="val h"/>
                <a:gd name="f5" fmla="val 0"/>
                <a:gd name="f6" fmla="val 2493062"/>
                <a:gd name="f7" fmla="val 1947896"/>
                <a:gd name="f8" fmla="val 1896911"/>
                <a:gd name="f9" fmla="val 2435315"/>
                <a:gd name="f10" fmla="val 178165"/>
                <a:gd name="f11" fmla="val 2088122"/>
                <a:gd name="f12" fmla="val 1071812"/>
                <a:gd name="f13" fmla="val 1129732"/>
                <a:gd name="f14" fmla="val 1758033"/>
                <a:gd name="f15" fmla="val 93066"/>
                <a:gd name="f16" fmla="val 1935859"/>
                <a:gd name="f17" fmla="val 1404756"/>
                <a:gd name="f18" fmla="val 17392"/>
                <a:gd name="f19" fmla="val 1402364"/>
                <a:gd name="f20" fmla="val 167719"/>
                <a:gd name="f21" fmla="val 1375030"/>
                <a:gd name="f22" fmla="val 318070"/>
                <a:gd name="f23" fmla="val 1334398"/>
                <a:gd name="f24" fmla="val 464249"/>
                <a:gd name="f25" fmla="val 1281208"/>
                <a:gd name="f26" fmla="val 753480"/>
                <a:gd name="f27" fmla="val 1176081"/>
                <a:gd name="f28" fmla="val 1028869"/>
                <a:gd name="f29" fmla="val 1021346"/>
                <a:gd name="f30" fmla="val 1260556"/>
                <a:gd name="f31" fmla="val 833835"/>
                <a:gd name="f32" fmla="val 1491960"/>
                <a:gd name="f33" fmla="val 646594"/>
                <a:gd name="f34" fmla="val 1681177"/>
                <a:gd name="f35" fmla="val 425056"/>
                <a:gd name="f36" fmla="val 1807924"/>
                <a:gd name="f37" fmla="val 193222"/>
                <a:gd name="f38" fmla="val 1832328"/>
                <a:gd name="f39" fmla="val 148578"/>
                <a:gd name="f40" fmla="val 1854477"/>
                <a:gd name="f41" fmla="val 103599"/>
                <a:gd name="f42" fmla="val 1874357"/>
                <a:gd name="f43" fmla="val 58333"/>
                <a:gd name="f44" fmla="+- 0 0 -90"/>
                <a:gd name="f45" fmla="*/ f3 1 2493062"/>
                <a:gd name="f46" fmla="*/ f4 1 1947896"/>
                <a:gd name="f47" fmla="+- f7 0 f5"/>
                <a:gd name="f48" fmla="+- f6 0 f5"/>
                <a:gd name="f49" fmla="*/ f44 f0 1"/>
                <a:gd name="f50" fmla="*/ f48 1 2493062"/>
                <a:gd name="f51" fmla="*/ f47 1 1947896"/>
                <a:gd name="f52" fmla="*/ 1896911 f48 1"/>
                <a:gd name="f53" fmla="*/ 0 f47 1"/>
                <a:gd name="f54" fmla="*/ 2493062 f48 1"/>
                <a:gd name="f55" fmla="*/ 2435315 f48 1"/>
                <a:gd name="f56" fmla="*/ 178165 f47 1"/>
                <a:gd name="f57" fmla="*/ 93066 f48 1"/>
                <a:gd name="f58" fmla="*/ 1935859 f47 1"/>
                <a:gd name="f59" fmla="*/ 0 f48 1"/>
                <a:gd name="f60" fmla="*/ 1947896 f47 1"/>
                <a:gd name="f61" fmla="*/ 1404756 f47 1"/>
                <a:gd name="f62" fmla="*/ 17392 f48 1"/>
                <a:gd name="f63" fmla="*/ 1402364 f47 1"/>
                <a:gd name="f64" fmla="*/ 464249 f48 1"/>
                <a:gd name="f65" fmla="*/ 1281208 f47 1"/>
                <a:gd name="f66" fmla="*/ 1260556 f48 1"/>
                <a:gd name="f67" fmla="*/ 833835 f47 1"/>
                <a:gd name="f68" fmla="*/ 1807924 f48 1"/>
                <a:gd name="f69" fmla="*/ 193222 f47 1"/>
                <a:gd name="f70" fmla="*/ 1874357 f48 1"/>
                <a:gd name="f71" fmla="*/ 58333 f47 1"/>
                <a:gd name="f72" fmla="*/ f49 1 f2"/>
                <a:gd name="f73" fmla="*/ f52 1 2493062"/>
                <a:gd name="f74" fmla="*/ f53 1 1947896"/>
                <a:gd name="f75" fmla="*/ f54 1 2493062"/>
                <a:gd name="f76" fmla="*/ f55 1 2493062"/>
                <a:gd name="f77" fmla="*/ f56 1 1947896"/>
                <a:gd name="f78" fmla="*/ f57 1 2493062"/>
                <a:gd name="f79" fmla="*/ f58 1 1947896"/>
                <a:gd name="f80" fmla="*/ f59 1 2493062"/>
                <a:gd name="f81" fmla="*/ f60 1 1947896"/>
                <a:gd name="f82" fmla="*/ f61 1 1947896"/>
                <a:gd name="f83" fmla="*/ f62 1 2493062"/>
                <a:gd name="f84" fmla="*/ f63 1 1947896"/>
                <a:gd name="f85" fmla="*/ f64 1 2493062"/>
                <a:gd name="f86" fmla="*/ f65 1 1947896"/>
                <a:gd name="f87" fmla="*/ f66 1 2493062"/>
                <a:gd name="f88" fmla="*/ f67 1 1947896"/>
                <a:gd name="f89" fmla="*/ f68 1 2493062"/>
                <a:gd name="f90" fmla="*/ f69 1 1947896"/>
                <a:gd name="f91" fmla="*/ f70 1 2493062"/>
                <a:gd name="f92" fmla="*/ f71 1 1947896"/>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3062" h="1947896">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8" name="Freeform: Shape 14">
              <a:extLst>
                <a:ext uri="{FF2B5EF4-FFF2-40B4-BE49-F238E27FC236}">
                  <a16:creationId xmlns:a16="http://schemas.microsoft.com/office/drawing/2014/main" id="{3B883601-C8C8-7446-D97C-4AFE5C6D6D8F}"/>
                </a:ext>
              </a:extLst>
            </p:cNvPr>
            <p:cNvSpPr/>
            <p:nvPr/>
          </p:nvSpPr>
          <p:spPr>
            <a:xfrm>
              <a:off x="-301" y="2852"/>
              <a:ext cx="2501085" cy="1972699"/>
            </a:xfrm>
            <a:custGeom>
              <a:avLst/>
              <a:gdLst>
                <a:gd name="f0" fmla="val 10800000"/>
                <a:gd name="f1" fmla="val 5400000"/>
                <a:gd name="f2" fmla="val 180"/>
                <a:gd name="f3" fmla="val w"/>
                <a:gd name="f4" fmla="val h"/>
                <a:gd name="f5" fmla="val 0"/>
                <a:gd name="f6" fmla="val 2501089"/>
                <a:gd name="f7" fmla="val 1972702"/>
                <a:gd name="f8" fmla="val 2318728"/>
                <a:gd name="f9" fmla="val 2453909"/>
                <a:gd name="f10" fmla="val 167837"/>
                <a:gd name="f11" fmla="val 2427555"/>
                <a:gd name="f12" fmla="val 244153"/>
                <a:gd name="f13" fmla="val 2396627"/>
                <a:gd name="f14" fmla="val 319103"/>
                <a:gd name="f15" fmla="val 2361125"/>
                <a:gd name="f16" fmla="val 392084"/>
                <a:gd name="f17" fmla="val 2218453"/>
                <a:gd name="f18" fmla="val 684005"/>
                <a:gd name="f19" fmla="val 2011698"/>
                <a:gd name="f20" fmla="val 945211"/>
                <a:gd name="f21" fmla="val 1768255"/>
                <a:gd name="f22" fmla="val 1167644"/>
                <a:gd name="f23" fmla="val 1646250"/>
                <a:gd name="f24" fmla="val 1278860"/>
                <a:gd name="f25" fmla="val 1514385"/>
                <a:gd name="f26" fmla="val 1380316"/>
                <a:gd name="f27" fmla="val 1375125"/>
                <a:gd name="f28" fmla="val 1471474"/>
                <a:gd name="f29" fmla="val 1235677"/>
                <a:gd name="f30" fmla="val 1562542"/>
                <a:gd name="f31" fmla="val 1088928"/>
                <a:gd name="f32" fmla="val 1643672"/>
                <a:gd name="f33" fmla="val 935735"/>
                <a:gd name="f34" fmla="val 1712713"/>
                <a:gd name="f35" fmla="val 705659"/>
                <a:gd name="f36" fmla="val 1815533"/>
                <a:gd name="f37" fmla="val 462359"/>
                <a:gd name="f38" fmla="val 1892212"/>
                <a:gd name="f39" fmla="val 212353"/>
                <a:gd name="f40" fmla="val 1940294"/>
                <a:gd name="f41" fmla="val 1732181"/>
                <a:gd name="f42" fmla="val 161195"/>
                <a:gd name="f43" fmla="val 1706590"/>
                <a:gd name="f44" fmla="val 237638"/>
                <a:gd name="f45" fmla="val 1691378"/>
                <a:gd name="f46" fmla="val 313477"/>
                <a:gd name="f47" fmla="val 1673222"/>
                <a:gd name="f48" fmla="val 388463"/>
                <a:gd name="f49" fmla="val 1652268"/>
                <a:gd name="f50" fmla="val 538529"/>
                <a:gd name="f51" fmla="val 1610539"/>
                <a:gd name="f52" fmla="val 684898"/>
                <a:gd name="f53" fmla="val 1556543"/>
                <a:gd name="f54" fmla="val 826716"/>
                <a:gd name="f55" fmla="val 1493950"/>
                <a:gd name="f56" fmla="val 1111207"/>
                <a:gd name="f57" fmla="val 1370107"/>
                <a:gd name="f58" fmla="val 1376832"/>
                <a:gd name="f59" fmla="val 1205881"/>
                <a:gd name="f60" fmla="val 1609847"/>
                <a:gd name="f61" fmla="val 1007535"/>
                <a:gd name="f62" fmla="val 1725975"/>
                <a:gd name="f63" fmla="val 908049"/>
                <a:gd name="f64" fmla="val 1833571"/>
                <a:gd name="f65" fmla="val 799519"/>
                <a:gd name="f66" fmla="val 1929982"/>
                <a:gd name="f67" fmla="val 682930"/>
                <a:gd name="f68" fmla="val 2026581"/>
                <a:gd name="f69" fmla="val 566520"/>
                <a:gd name="f70" fmla="val 2111806"/>
                <a:gd name="f71" fmla="val 441692"/>
                <a:gd name="f72" fmla="val 2183093"/>
                <a:gd name="f73" fmla="val 310149"/>
                <a:gd name="f74" fmla="val 2218738"/>
                <a:gd name="f75" fmla="val 244422"/>
                <a:gd name="f76" fmla="val 2251396"/>
                <a:gd name="f77" fmla="val 177150"/>
                <a:gd name="f78" fmla="val 2280286"/>
                <a:gd name="f79" fmla="val 108435"/>
                <a:gd name="f80" fmla="+- 0 0 -90"/>
                <a:gd name="f81" fmla="*/ f3 1 2501089"/>
                <a:gd name="f82" fmla="*/ f4 1 1972702"/>
                <a:gd name="f83" fmla="+- f7 0 f5"/>
                <a:gd name="f84" fmla="+- f6 0 f5"/>
                <a:gd name="f85" fmla="*/ f80 f0 1"/>
                <a:gd name="f86" fmla="*/ f84 1 2501089"/>
                <a:gd name="f87" fmla="*/ f83 1 1972702"/>
                <a:gd name="f88" fmla="*/ 2318728 f84 1"/>
                <a:gd name="f89" fmla="*/ 0 f83 1"/>
                <a:gd name="f90" fmla="*/ 2501089 f84 1"/>
                <a:gd name="f91" fmla="*/ 2453909 f84 1"/>
                <a:gd name="f92" fmla="*/ 167837 f83 1"/>
                <a:gd name="f93" fmla="*/ 2361125 f84 1"/>
                <a:gd name="f94" fmla="*/ 392084 f83 1"/>
                <a:gd name="f95" fmla="*/ 1768255 f84 1"/>
                <a:gd name="f96" fmla="*/ 1167644 f83 1"/>
                <a:gd name="f97" fmla="*/ 1375125 f84 1"/>
                <a:gd name="f98" fmla="*/ 1471474 f83 1"/>
                <a:gd name="f99" fmla="*/ 935735 f84 1"/>
                <a:gd name="f100" fmla="*/ 1712713 f83 1"/>
                <a:gd name="f101" fmla="*/ 212353 f84 1"/>
                <a:gd name="f102" fmla="*/ 1940294 f83 1"/>
                <a:gd name="f103" fmla="*/ 0 f84 1"/>
                <a:gd name="f104" fmla="*/ 1972702 f83 1"/>
                <a:gd name="f105" fmla="*/ 1732181 f83 1"/>
                <a:gd name="f106" fmla="*/ 161195 f84 1"/>
                <a:gd name="f107" fmla="*/ 1706590 f83 1"/>
                <a:gd name="f108" fmla="*/ 388463 f84 1"/>
                <a:gd name="f109" fmla="*/ 1652268 f83 1"/>
                <a:gd name="f110" fmla="*/ 826716 f84 1"/>
                <a:gd name="f111" fmla="*/ 1493950 f83 1"/>
                <a:gd name="f112" fmla="*/ 1609847 f84 1"/>
                <a:gd name="f113" fmla="*/ 1007535 f83 1"/>
                <a:gd name="f114" fmla="*/ 1929982 f84 1"/>
                <a:gd name="f115" fmla="*/ 682930 f83 1"/>
                <a:gd name="f116" fmla="*/ 2183093 f84 1"/>
                <a:gd name="f117" fmla="*/ 310149 f83 1"/>
                <a:gd name="f118" fmla="*/ 2280286 f84 1"/>
                <a:gd name="f119" fmla="*/ 108435 f83 1"/>
                <a:gd name="f120" fmla="*/ f85 1 f2"/>
                <a:gd name="f121" fmla="*/ f88 1 2501089"/>
                <a:gd name="f122" fmla="*/ f89 1 1972702"/>
                <a:gd name="f123" fmla="*/ f90 1 2501089"/>
                <a:gd name="f124" fmla="*/ f91 1 2501089"/>
                <a:gd name="f125" fmla="*/ f92 1 1972702"/>
                <a:gd name="f126" fmla="*/ f93 1 2501089"/>
                <a:gd name="f127" fmla="*/ f94 1 1972702"/>
                <a:gd name="f128" fmla="*/ f95 1 2501089"/>
                <a:gd name="f129" fmla="*/ f96 1 1972702"/>
                <a:gd name="f130" fmla="*/ f97 1 2501089"/>
                <a:gd name="f131" fmla="*/ f98 1 1972702"/>
                <a:gd name="f132" fmla="*/ f99 1 2501089"/>
                <a:gd name="f133" fmla="*/ f100 1 1972702"/>
                <a:gd name="f134" fmla="*/ f101 1 2501089"/>
                <a:gd name="f135" fmla="*/ f102 1 1972702"/>
                <a:gd name="f136" fmla="*/ f103 1 2501089"/>
                <a:gd name="f137" fmla="*/ f104 1 1972702"/>
                <a:gd name="f138" fmla="*/ f105 1 1972702"/>
                <a:gd name="f139" fmla="*/ f106 1 2501089"/>
                <a:gd name="f140" fmla="*/ f107 1 1972702"/>
                <a:gd name="f141" fmla="*/ f108 1 2501089"/>
                <a:gd name="f142" fmla="*/ f109 1 1972702"/>
                <a:gd name="f143" fmla="*/ f110 1 2501089"/>
                <a:gd name="f144" fmla="*/ f111 1 1972702"/>
                <a:gd name="f145" fmla="*/ f112 1 2501089"/>
                <a:gd name="f146" fmla="*/ f113 1 1972702"/>
                <a:gd name="f147" fmla="*/ f114 1 2501089"/>
                <a:gd name="f148" fmla="*/ f115 1 1972702"/>
                <a:gd name="f149" fmla="*/ f116 1 2501089"/>
                <a:gd name="f150" fmla="*/ f117 1 1972702"/>
                <a:gd name="f151" fmla="*/ f118 1 2501089"/>
                <a:gd name="f152" fmla="*/ f119 1 1972702"/>
                <a:gd name="f153" fmla="*/ f5 1 f86"/>
                <a:gd name="f154" fmla="*/ f6 1 f86"/>
                <a:gd name="f155" fmla="*/ f5 1 f87"/>
                <a:gd name="f156" fmla="*/ f7 1 f87"/>
                <a:gd name="f157" fmla="+- f120 0 f1"/>
                <a:gd name="f158" fmla="*/ f121 1 f86"/>
                <a:gd name="f159" fmla="*/ f122 1 f87"/>
                <a:gd name="f160" fmla="*/ f123 1 f86"/>
                <a:gd name="f161" fmla="*/ f124 1 f86"/>
                <a:gd name="f162" fmla="*/ f125 1 f87"/>
                <a:gd name="f163" fmla="*/ f126 1 f86"/>
                <a:gd name="f164" fmla="*/ f127 1 f87"/>
                <a:gd name="f165" fmla="*/ f128 1 f86"/>
                <a:gd name="f166" fmla="*/ f129 1 f87"/>
                <a:gd name="f167" fmla="*/ f130 1 f86"/>
                <a:gd name="f168" fmla="*/ f131 1 f87"/>
                <a:gd name="f169" fmla="*/ f132 1 f86"/>
                <a:gd name="f170" fmla="*/ f133 1 f87"/>
                <a:gd name="f171" fmla="*/ f134 1 f86"/>
                <a:gd name="f172" fmla="*/ f135 1 f87"/>
                <a:gd name="f173" fmla="*/ f136 1 f86"/>
                <a:gd name="f174" fmla="*/ f137 1 f87"/>
                <a:gd name="f175" fmla="*/ f138 1 f87"/>
                <a:gd name="f176" fmla="*/ f139 1 f86"/>
                <a:gd name="f177" fmla="*/ f140 1 f87"/>
                <a:gd name="f178" fmla="*/ f141 1 f86"/>
                <a:gd name="f179" fmla="*/ f142 1 f87"/>
                <a:gd name="f180" fmla="*/ f143 1 f86"/>
                <a:gd name="f181" fmla="*/ f144 1 f87"/>
                <a:gd name="f182" fmla="*/ f145 1 f86"/>
                <a:gd name="f183" fmla="*/ f146 1 f87"/>
                <a:gd name="f184" fmla="*/ f147 1 f86"/>
                <a:gd name="f185" fmla="*/ f148 1 f87"/>
                <a:gd name="f186" fmla="*/ f149 1 f86"/>
                <a:gd name="f187" fmla="*/ f150 1 f87"/>
                <a:gd name="f188" fmla="*/ f151 1 f86"/>
                <a:gd name="f189" fmla="*/ f152 1 f87"/>
                <a:gd name="f190" fmla="*/ f153 f81 1"/>
                <a:gd name="f191" fmla="*/ f154 f81 1"/>
                <a:gd name="f192" fmla="*/ f156 f82 1"/>
                <a:gd name="f193" fmla="*/ f155 f82 1"/>
                <a:gd name="f194" fmla="*/ f158 f81 1"/>
                <a:gd name="f195" fmla="*/ f159 f82 1"/>
                <a:gd name="f196" fmla="*/ f160 f81 1"/>
                <a:gd name="f197" fmla="*/ f161 f81 1"/>
                <a:gd name="f198" fmla="*/ f162 f82 1"/>
                <a:gd name="f199" fmla="*/ f163 f81 1"/>
                <a:gd name="f200" fmla="*/ f164 f82 1"/>
                <a:gd name="f201" fmla="*/ f165 f81 1"/>
                <a:gd name="f202" fmla="*/ f166 f82 1"/>
                <a:gd name="f203" fmla="*/ f167 f81 1"/>
                <a:gd name="f204" fmla="*/ f168 f82 1"/>
                <a:gd name="f205" fmla="*/ f169 f81 1"/>
                <a:gd name="f206" fmla="*/ f170 f82 1"/>
                <a:gd name="f207" fmla="*/ f171 f81 1"/>
                <a:gd name="f208" fmla="*/ f172 f82 1"/>
                <a:gd name="f209" fmla="*/ f173 f81 1"/>
                <a:gd name="f210" fmla="*/ f174 f82 1"/>
                <a:gd name="f211" fmla="*/ f175 f82 1"/>
                <a:gd name="f212" fmla="*/ f176 f81 1"/>
                <a:gd name="f213" fmla="*/ f177 f82 1"/>
                <a:gd name="f214" fmla="*/ f178 f81 1"/>
                <a:gd name="f215" fmla="*/ f179 f82 1"/>
                <a:gd name="f216" fmla="*/ f180 f81 1"/>
                <a:gd name="f217" fmla="*/ f181 f82 1"/>
                <a:gd name="f218" fmla="*/ f182 f81 1"/>
                <a:gd name="f219" fmla="*/ f183 f82 1"/>
                <a:gd name="f220" fmla="*/ f184 f81 1"/>
                <a:gd name="f221" fmla="*/ f185 f82 1"/>
                <a:gd name="f222" fmla="*/ f186 f81 1"/>
                <a:gd name="f223" fmla="*/ f187 f82 1"/>
                <a:gd name="f224" fmla="*/ f188 f81 1"/>
                <a:gd name="f225" fmla="*/ f189 f82 1"/>
              </a:gdLst>
              <a:ahLst/>
              <a:cxnLst>
                <a:cxn ang="3cd4">
                  <a:pos x="hc" y="t"/>
                </a:cxn>
                <a:cxn ang="0">
                  <a:pos x="r" y="vc"/>
                </a:cxn>
                <a:cxn ang="cd4">
                  <a:pos x="hc" y="b"/>
                </a:cxn>
                <a:cxn ang="cd2">
                  <a:pos x="l" y="vc"/>
                </a:cxn>
                <a:cxn ang="f157">
                  <a:pos x="f194" y="f195"/>
                </a:cxn>
                <a:cxn ang="f157">
                  <a:pos x="f196" y="f195"/>
                </a:cxn>
                <a:cxn ang="f157">
                  <a:pos x="f197" y="f198"/>
                </a:cxn>
                <a:cxn ang="f157">
                  <a:pos x="f199" y="f200"/>
                </a:cxn>
                <a:cxn ang="f157">
                  <a:pos x="f201" y="f202"/>
                </a:cxn>
                <a:cxn ang="f157">
                  <a:pos x="f203" y="f204"/>
                </a:cxn>
                <a:cxn ang="f157">
                  <a:pos x="f205" y="f206"/>
                </a:cxn>
                <a:cxn ang="f157">
                  <a:pos x="f207" y="f208"/>
                </a:cxn>
                <a:cxn ang="f157">
                  <a:pos x="f209" y="f210"/>
                </a:cxn>
                <a:cxn ang="f157">
                  <a:pos x="f209" y="f211"/>
                </a:cxn>
                <a:cxn ang="f157">
                  <a:pos x="f212" y="f213"/>
                </a:cxn>
                <a:cxn ang="f157">
                  <a:pos x="f214" y="f215"/>
                </a:cxn>
                <a:cxn ang="f157">
                  <a:pos x="f216" y="f217"/>
                </a:cxn>
                <a:cxn ang="f157">
                  <a:pos x="f218" y="f219"/>
                </a:cxn>
                <a:cxn ang="f157">
                  <a:pos x="f220" y="f221"/>
                </a:cxn>
                <a:cxn ang="f157">
                  <a:pos x="f222" y="f223"/>
                </a:cxn>
                <a:cxn ang="f157">
                  <a:pos x="f224" y="f225"/>
                </a:cxn>
              </a:cxnLst>
              <a:rect l="f190" t="f193" r="f191" b="f192"/>
              <a:pathLst>
                <a:path w="2501089" h="1972702">
                  <a:moveTo>
                    <a:pt x="f8" y="f5"/>
                  </a:moveTo>
                  <a:lnTo>
                    <a:pt x="f6"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lnTo>
                    <a:pt x="f5" y="f7"/>
                  </a:lnTo>
                  <a:lnTo>
                    <a:pt x="f5" y="f41"/>
                  </a:lnTo>
                  <a:lnTo>
                    <a:pt x="f42" y="f43"/>
                  </a:lnTo>
                  <a:cubicBezTo>
                    <a:pt x="f44" y="f45"/>
                    <a:pt x="f46" y="f47"/>
                    <a:pt x="f48" y="f49"/>
                  </a:cubicBezTo>
                  <a:cubicBezTo>
                    <a:pt x="f50" y="f51"/>
                    <a:pt x="f52" y="f53"/>
                    <a:pt x="f54" y="f55"/>
                  </a:cubicBezTo>
                  <a:cubicBezTo>
                    <a:pt x="f56" y="f57"/>
                    <a:pt x="f58" y="f59"/>
                    <a:pt x="f60" y="f61"/>
                  </a:cubicBezTo>
                  <a:cubicBezTo>
                    <a:pt x="f62" y="f63"/>
                    <a:pt x="f64" y="f65"/>
                    <a:pt x="f66" y="f67"/>
                  </a:cubicBezTo>
                  <a:cubicBezTo>
                    <a:pt x="f68" y="f69"/>
                    <a:pt x="f70" y="f71"/>
                    <a:pt x="f72" y="f73"/>
                  </a:cubicBezTo>
                  <a:cubicBezTo>
                    <a:pt x="f74" y="f75"/>
                    <a:pt x="f76" y="f77"/>
                    <a:pt x="f78" y="f79"/>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800" b="0" i="0" u="none" strike="noStrike" kern="1200" cap="none" spc="0" baseline="0">
                <a:solidFill>
                  <a:srgbClr val="FFFFFF"/>
                </a:solidFill>
                <a:uFillTx/>
                <a:latin typeface="Calibri"/>
              </a:endParaRPr>
            </a:p>
          </p:txBody>
        </p:sp>
        <p:sp>
          <p:nvSpPr>
            <p:cNvPr id="9" name="Freeform: Shape 15">
              <a:extLst>
                <a:ext uri="{FF2B5EF4-FFF2-40B4-BE49-F238E27FC236}">
                  <a16:creationId xmlns:a16="http://schemas.microsoft.com/office/drawing/2014/main" id="{32E130F7-1704-8E07-50D9-40281A662216}"/>
                </a:ext>
              </a:extLst>
            </p:cNvPr>
            <p:cNvSpPr/>
            <p:nvPr/>
          </p:nvSpPr>
          <p:spPr>
            <a:xfrm>
              <a:off x="301" y="2862"/>
              <a:ext cx="2491109" cy="1943657"/>
            </a:xfrm>
            <a:custGeom>
              <a:avLst/>
              <a:gdLst>
                <a:gd name="f0" fmla="val 10800000"/>
                <a:gd name="f1" fmla="val 5400000"/>
                <a:gd name="f2" fmla="val 180"/>
                <a:gd name="f3" fmla="val w"/>
                <a:gd name="f4" fmla="val h"/>
                <a:gd name="f5" fmla="val 0"/>
                <a:gd name="f6" fmla="val 2491105"/>
                <a:gd name="f7" fmla="val 1943661"/>
                <a:gd name="f8" fmla="val 1995408"/>
                <a:gd name="f9" fmla="val 2434705"/>
                <a:gd name="f10" fmla="val 174009"/>
                <a:gd name="f11" fmla="val 2087512"/>
                <a:gd name="f12" fmla="val 1067655"/>
                <a:gd name="f13" fmla="val 1129122"/>
                <a:gd name="f14" fmla="val 1753877"/>
                <a:gd name="f15" fmla="val 92457"/>
                <a:gd name="f16" fmla="val 1931703"/>
                <a:gd name="f17" fmla="val 1491489"/>
                <a:gd name="f18" fmla="val 34107"/>
                <a:gd name="f19" fmla="val 1486836"/>
                <a:gd name="f20" fmla="val 189055"/>
                <a:gd name="f21" fmla="val 1458696"/>
                <a:gd name="f22" fmla="val 343908"/>
                <a:gd name="f23" fmla="val 1416565"/>
                <a:gd name="f24" fmla="val 497577"/>
                <a:gd name="f25" fmla="val 1360598"/>
                <a:gd name="f26" fmla="val 796856"/>
                <a:gd name="f27" fmla="val 1251889"/>
                <a:gd name="f28" fmla="val 1081725"/>
                <a:gd name="f29" fmla="val 1091781"/>
                <a:gd name="f30" fmla="val 1321566"/>
                <a:gd name="f31" fmla="val 897645"/>
                <a:gd name="f32" fmla="val 1565577"/>
                <a:gd name="f33" fmla="val 700195"/>
                <a:gd name="f34" fmla="val 1757355"/>
                <a:gd name="f35" fmla="val 475523"/>
                <a:gd name="f36" fmla="val 1891495"/>
                <a:gd name="f37" fmla="val 230078"/>
                <a:gd name="f38" fmla="val 1917197"/>
                <a:gd name="f39" fmla="val 183033"/>
                <a:gd name="f40" fmla="val 1940526"/>
                <a:gd name="f41" fmla="val 135619"/>
                <a:gd name="f42" fmla="val 1961469"/>
                <a:gd name="f43" fmla="val 87885"/>
                <a:gd name="f44" fmla="+- 0 0 -90"/>
                <a:gd name="f45" fmla="*/ f3 1 2491105"/>
                <a:gd name="f46" fmla="*/ f4 1 1943661"/>
                <a:gd name="f47" fmla="+- f7 0 f5"/>
                <a:gd name="f48" fmla="+- f6 0 f5"/>
                <a:gd name="f49" fmla="*/ f44 f0 1"/>
                <a:gd name="f50" fmla="*/ f48 1 2491105"/>
                <a:gd name="f51" fmla="*/ f47 1 1943661"/>
                <a:gd name="f52" fmla="*/ 1995408 f48 1"/>
                <a:gd name="f53" fmla="*/ 0 f47 1"/>
                <a:gd name="f54" fmla="*/ 2491105 f48 1"/>
                <a:gd name="f55" fmla="*/ 2434705 f48 1"/>
                <a:gd name="f56" fmla="*/ 174009 f47 1"/>
                <a:gd name="f57" fmla="*/ 92457 f48 1"/>
                <a:gd name="f58" fmla="*/ 1931703 f47 1"/>
                <a:gd name="f59" fmla="*/ 0 f48 1"/>
                <a:gd name="f60" fmla="*/ 1943661 f47 1"/>
                <a:gd name="f61" fmla="*/ 1491489 f47 1"/>
                <a:gd name="f62" fmla="*/ 34107 f48 1"/>
                <a:gd name="f63" fmla="*/ 1486836 f47 1"/>
                <a:gd name="f64" fmla="*/ 497577 f48 1"/>
                <a:gd name="f65" fmla="*/ 1360598 f47 1"/>
                <a:gd name="f66" fmla="*/ 1321566 f48 1"/>
                <a:gd name="f67" fmla="*/ 897645 f47 1"/>
                <a:gd name="f68" fmla="*/ 1891495 f48 1"/>
                <a:gd name="f69" fmla="*/ 230078 f47 1"/>
                <a:gd name="f70" fmla="*/ 1961469 f48 1"/>
                <a:gd name="f71" fmla="*/ 87885 f47 1"/>
                <a:gd name="f72" fmla="*/ f49 1 f2"/>
                <a:gd name="f73" fmla="*/ f52 1 2491105"/>
                <a:gd name="f74" fmla="*/ f53 1 1943661"/>
                <a:gd name="f75" fmla="*/ f54 1 2491105"/>
                <a:gd name="f76" fmla="*/ f55 1 2491105"/>
                <a:gd name="f77" fmla="*/ f56 1 1943661"/>
                <a:gd name="f78" fmla="*/ f57 1 2491105"/>
                <a:gd name="f79" fmla="*/ f58 1 1943661"/>
                <a:gd name="f80" fmla="*/ f59 1 2491105"/>
                <a:gd name="f81" fmla="*/ f60 1 1943661"/>
                <a:gd name="f82" fmla="*/ f61 1 1943661"/>
                <a:gd name="f83" fmla="*/ f62 1 2491105"/>
                <a:gd name="f84" fmla="*/ f63 1 1943661"/>
                <a:gd name="f85" fmla="*/ f64 1 2491105"/>
                <a:gd name="f86" fmla="*/ f65 1 1943661"/>
                <a:gd name="f87" fmla="*/ f66 1 2491105"/>
                <a:gd name="f88" fmla="*/ f67 1 1943661"/>
                <a:gd name="f89" fmla="*/ f68 1 2491105"/>
                <a:gd name="f90" fmla="*/ f69 1 1943661"/>
                <a:gd name="f91" fmla="*/ f70 1 2491105"/>
                <a:gd name="f92" fmla="*/ f71 1 1943661"/>
                <a:gd name="f93" fmla="*/ f5 1 f50"/>
                <a:gd name="f94" fmla="*/ f6 1 f50"/>
                <a:gd name="f95" fmla="*/ f5 1 f51"/>
                <a:gd name="f96" fmla="*/ f7 1 f51"/>
                <a:gd name="f97" fmla="+- f72 0 f1"/>
                <a:gd name="f98" fmla="*/ f73 1 f50"/>
                <a:gd name="f99" fmla="*/ f74 1 f51"/>
                <a:gd name="f100" fmla="*/ f75 1 f50"/>
                <a:gd name="f101" fmla="*/ f76 1 f50"/>
                <a:gd name="f102" fmla="*/ f77 1 f51"/>
                <a:gd name="f103" fmla="*/ f78 1 f50"/>
                <a:gd name="f104" fmla="*/ f79 1 f51"/>
                <a:gd name="f105" fmla="*/ f80 1 f50"/>
                <a:gd name="f106" fmla="*/ f81 1 f51"/>
                <a:gd name="f107" fmla="*/ f82 1 f51"/>
                <a:gd name="f108" fmla="*/ f83 1 f50"/>
                <a:gd name="f109" fmla="*/ f84 1 f51"/>
                <a:gd name="f110" fmla="*/ f85 1 f50"/>
                <a:gd name="f111" fmla="*/ f86 1 f51"/>
                <a:gd name="f112" fmla="*/ f87 1 f50"/>
                <a:gd name="f113" fmla="*/ f88 1 f51"/>
                <a:gd name="f114" fmla="*/ f89 1 f50"/>
                <a:gd name="f115" fmla="*/ f90 1 f51"/>
                <a:gd name="f116" fmla="*/ f91 1 f50"/>
                <a:gd name="f117" fmla="*/ f92 1 f51"/>
                <a:gd name="f118" fmla="*/ f93 f45 1"/>
                <a:gd name="f119" fmla="*/ f94 f45 1"/>
                <a:gd name="f120" fmla="*/ f96 f46 1"/>
                <a:gd name="f121" fmla="*/ f95 f46 1"/>
                <a:gd name="f122" fmla="*/ f98 f45 1"/>
                <a:gd name="f123" fmla="*/ f99 f46 1"/>
                <a:gd name="f124" fmla="*/ f100 f45 1"/>
                <a:gd name="f125" fmla="*/ f101 f45 1"/>
                <a:gd name="f126" fmla="*/ f102 f46 1"/>
                <a:gd name="f127" fmla="*/ f103 f45 1"/>
                <a:gd name="f128" fmla="*/ f104 f46 1"/>
                <a:gd name="f129" fmla="*/ f105 f45 1"/>
                <a:gd name="f130" fmla="*/ f106 f46 1"/>
                <a:gd name="f131" fmla="*/ f107 f46 1"/>
                <a:gd name="f132" fmla="*/ f108 f45 1"/>
                <a:gd name="f133" fmla="*/ f109 f46 1"/>
                <a:gd name="f134" fmla="*/ f110 f45 1"/>
                <a:gd name="f135" fmla="*/ f111 f46 1"/>
                <a:gd name="f136" fmla="*/ f112 f45 1"/>
                <a:gd name="f137" fmla="*/ f113 f46 1"/>
                <a:gd name="f138" fmla="*/ f114 f45 1"/>
                <a:gd name="f139" fmla="*/ f115 f46 1"/>
                <a:gd name="f140" fmla="*/ f116 f45 1"/>
                <a:gd name="f141" fmla="*/ f117 f46 1"/>
              </a:gdLst>
              <a:ahLst/>
              <a:cxnLst>
                <a:cxn ang="3cd4">
                  <a:pos x="hc" y="t"/>
                </a:cxn>
                <a:cxn ang="0">
                  <a:pos x="r" y="vc"/>
                </a:cxn>
                <a:cxn ang="cd4">
                  <a:pos x="hc" y="b"/>
                </a:cxn>
                <a:cxn ang="cd2">
                  <a:pos x="l" y="vc"/>
                </a:cxn>
                <a:cxn ang="f97">
                  <a:pos x="f122" y="f123"/>
                </a:cxn>
                <a:cxn ang="f97">
                  <a:pos x="f124" y="f123"/>
                </a:cxn>
                <a:cxn ang="f97">
                  <a:pos x="f125" y="f126"/>
                </a:cxn>
                <a:cxn ang="f97">
                  <a:pos x="f127" y="f128"/>
                </a:cxn>
                <a:cxn ang="f97">
                  <a:pos x="f129" y="f130"/>
                </a:cxn>
                <a:cxn ang="f97">
                  <a:pos x="f129" y="f131"/>
                </a:cxn>
                <a:cxn ang="f97">
                  <a:pos x="f132" y="f133"/>
                </a:cxn>
                <a:cxn ang="f97">
                  <a:pos x="f134" y="f135"/>
                </a:cxn>
                <a:cxn ang="f97">
                  <a:pos x="f136" y="f137"/>
                </a:cxn>
                <a:cxn ang="f97">
                  <a:pos x="f138" y="f139"/>
                </a:cxn>
                <a:cxn ang="f97">
                  <a:pos x="f140" y="f141"/>
                </a:cxn>
              </a:cxnLst>
              <a:rect l="f118" t="f121" r="f119" b="f120"/>
              <a:pathLst>
                <a:path w="2491105" h="1943661">
                  <a:moveTo>
                    <a:pt x="f8" y="f5"/>
                  </a:moveTo>
                  <a:lnTo>
                    <a:pt x="f6" y="f5"/>
                  </a:lnTo>
                  <a:lnTo>
                    <a:pt x="f9" y="f10"/>
                  </a:lnTo>
                  <a:cubicBezTo>
                    <a:pt x="f11" y="f12"/>
                    <a:pt x="f13" y="f14"/>
                    <a:pt x="f15" y="f16"/>
                  </a:cubicBezTo>
                  <a:lnTo>
                    <a:pt x="f5" y="f7"/>
                  </a:lnTo>
                  <a:lnTo>
                    <a:pt x="f5" y="f17"/>
                  </a:lnTo>
                  <a:lnTo>
                    <a:pt x="f18" y="f19"/>
                  </a:lnTo>
                  <a:cubicBezTo>
                    <a:pt x="f20" y="f21"/>
                    <a:pt x="f22" y="f23"/>
                    <a:pt x="f24" y="f25"/>
                  </a:cubicBezTo>
                  <a:cubicBezTo>
                    <a:pt x="f26" y="f27"/>
                    <a:pt x="f28" y="f29"/>
                    <a:pt x="f30" y="f31"/>
                  </a:cubicBezTo>
                  <a:cubicBezTo>
                    <a:pt x="f32" y="f33"/>
                    <a:pt x="f34" y="f35"/>
                    <a:pt x="f36" y="f37"/>
                  </a:cubicBezTo>
                  <a:cubicBezTo>
                    <a:pt x="f38" y="f39"/>
                    <a:pt x="f40" y="f41"/>
                    <a:pt x="f42" y="f43"/>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grpSp>
        <p:nvGrpSpPr>
          <p:cNvPr id="10" name="Group 17">
            <a:extLst>
              <a:ext uri="{FF2B5EF4-FFF2-40B4-BE49-F238E27FC236}">
                <a16:creationId xmlns:a16="http://schemas.microsoft.com/office/drawing/2014/main" id="{F3F67466-3A13-DF47-2E13-102C45B969ED}"/>
              </a:ext>
            </a:extLst>
          </p:cNvPr>
          <p:cNvGrpSpPr/>
          <p:nvPr/>
        </p:nvGrpSpPr>
        <p:grpSpPr>
          <a:xfrm>
            <a:off x="9244483" y="0"/>
            <a:ext cx="2947513" cy="4826541"/>
            <a:chOff x="9244483" y="0"/>
            <a:chExt cx="2947513" cy="4826541"/>
          </a:xfrm>
        </p:grpSpPr>
        <p:sp>
          <p:nvSpPr>
            <p:cNvPr id="11" name="Freeform: Shape 18">
              <a:extLst>
                <a:ext uri="{FF2B5EF4-FFF2-40B4-BE49-F238E27FC236}">
                  <a16:creationId xmlns:a16="http://schemas.microsoft.com/office/drawing/2014/main" id="{824F3E3A-EACF-CC20-FDFD-7CB4632FEE05}"/>
                </a:ext>
              </a:extLst>
            </p:cNvPr>
            <p:cNvSpPr/>
            <p:nvPr/>
          </p:nvSpPr>
          <p:spPr>
            <a:xfrm rot="5399996" flipH="1">
              <a:off x="8304969" y="939514"/>
              <a:ext cx="4826541" cy="2947513"/>
            </a:xfrm>
            <a:custGeom>
              <a:avLst/>
              <a:gdLst>
                <a:gd name="f0" fmla="val 10800000"/>
                <a:gd name="f1" fmla="val 5400000"/>
                <a:gd name="f2" fmla="val 180"/>
                <a:gd name="f3" fmla="val w"/>
                <a:gd name="f4" fmla="val h"/>
                <a:gd name="f5" fmla="val 0"/>
                <a:gd name="f6" fmla="val 5324985"/>
                <a:gd name="f7" fmla="val 3251912"/>
                <a:gd name="f8" fmla="val 36826"/>
                <a:gd name="f9" fmla="val 45003"/>
                <a:gd name="f10" fmla="val 152909"/>
                <a:gd name="f11" fmla="val 50351"/>
                <a:gd name="f12" fmla="val 205154"/>
                <a:gd name="f13" fmla="val 58290"/>
                <a:gd name="f14" fmla="val 257123"/>
                <a:gd name="f15" fmla="val 68956"/>
                <a:gd name="f16" fmla="val 308600"/>
                <a:gd name="f17" fmla="val 91393"/>
                <a:gd name="f18" fmla="val 411324"/>
                <a:gd name="f19" fmla="val 123882"/>
                <a:gd name="f20" fmla="val 511847"/>
                <a:gd name="f21" fmla="val 167774"/>
                <a:gd name="f22" fmla="val 607968"/>
                <a:gd name="f23" fmla="val 178195"/>
                <a:gd name="f24" fmla="val 632173"/>
                <a:gd name="f25" fmla="val 190333"/>
                <a:gd name="f26" fmla="val 655798"/>
                <a:gd name="f27" fmla="val 201857"/>
                <a:gd name="f28" fmla="val 679539"/>
                <a:gd name="f29" fmla="val 214363"/>
                <a:gd name="f30" fmla="val 702933"/>
                <a:gd name="f31" fmla="val 226255"/>
                <a:gd name="f32" fmla="val 726557"/>
                <a:gd name="f33" fmla="val 239741"/>
                <a:gd name="f34" fmla="val 749488"/>
                <a:gd name="f35" fmla="val 265488"/>
                <a:gd name="f36" fmla="val 795812"/>
                <a:gd name="f37" fmla="val 294176"/>
                <a:gd name="f38" fmla="val 840746"/>
                <a:gd name="f39" fmla="val 323724"/>
                <a:gd name="f40" fmla="val 885101"/>
                <a:gd name="f41" fmla="val 353149"/>
                <a:gd name="f42" fmla="val 929572"/>
                <a:gd name="f43" fmla="val 384657"/>
                <a:gd name="f44" fmla="val 972885"/>
                <a:gd name="f45" fmla="val 416412"/>
                <a:gd name="f46" fmla="val 1016081"/>
                <a:gd name="f47" fmla="val 448655"/>
                <a:gd name="f48" fmla="val 1058931"/>
                <a:gd name="f49" fmla="val 482127"/>
                <a:gd name="f50" fmla="val 1101202"/>
                <a:gd name="f51" fmla="val 515719"/>
                <a:gd name="f52" fmla="val 1143356"/>
                <a:gd name="f53" fmla="val 583027"/>
                <a:gd name="f54" fmla="val 1227782"/>
                <a:gd name="f55" fmla="val 653402"/>
                <a:gd name="f56" fmla="val 1310470"/>
                <a:gd name="f57" fmla="val 722427"/>
                <a:gd name="f58" fmla="val 1395127"/>
                <a:gd name="f59" fmla="val 757123"/>
                <a:gd name="f60" fmla="val 1437282"/>
                <a:gd name="f61" fmla="val 791697"/>
                <a:gd name="f62" fmla="val 1479783"/>
                <a:gd name="f63" fmla="val 825780"/>
                <a:gd name="f64" fmla="val 1522749"/>
                <a:gd name="f65" fmla="val 859742"/>
                <a:gd name="f66" fmla="val 1565367"/>
                <a:gd name="f67" fmla="val 893457"/>
                <a:gd name="f68" fmla="val 1610649"/>
                <a:gd name="f69" fmla="val 926314"/>
                <a:gd name="f70" fmla="val 1651992"/>
                <a:gd name="f71" fmla="val 958927"/>
                <a:gd name="f72" fmla="val 1694379"/>
                <a:gd name="f73" fmla="val 993132"/>
                <a:gd name="f74" fmla="val 1735492"/>
                <a:gd name="f75" fmla="val 1026848"/>
                <a:gd name="f76" fmla="val 1776836"/>
                <a:gd name="f77" fmla="val 1061545"/>
                <a:gd name="f78" fmla="val 1817485"/>
                <a:gd name="f79" fmla="val 1095996"/>
                <a:gd name="f80" fmla="val 1858133"/>
                <a:gd name="f81" fmla="val 1131918"/>
                <a:gd name="f82" fmla="val 1897393"/>
                <a:gd name="f83" fmla="val 1203273"/>
                <a:gd name="f84" fmla="val 1976376"/>
                <a:gd name="f85" fmla="val 1277447"/>
                <a:gd name="f86" fmla="val 2052463"/>
                <a:gd name="f87" fmla="val 1354688"/>
                <a:gd name="f88" fmla="val 2124728"/>
                <a:gd name="f89" fmla="val 1509411"/>
                <a:gd name="f90" fmla="val 2268911"/>
                <a:gd name="f91" fmla="val 1676396"/>
                <a:gd name="f92" fmla="val 2397575"/>
                <a:gd name="f93" fmla="val 1855027"/>
                <a:gd name="f94" fmla="val 2504236"/>
                <a:gd name="f95" fmla="val 1944528"/>
                <a:gd name="f96" fmla="val 2557277"/>
                <a:gd name="f97" fmla="val 2036357"/>
                <a:gd name="f98" fmla="val 2605917"/>
                <a:gd name="f99" fmla="val 2131618"/>
                <a:gd name="f100" fmla="val 2646913"/>
                <a:gd name="f101" fmla="val 2226267"/>
                <a:gd name="f102" fmla="val 2689068"/>
                <a:gd name="f103" fmla="val 2323981"/>
                <a:gd name="f104" fmla="val 2724622"/>
                <a:gd name="f105" fmla="val 2423534"/>
                <a:gd name="f106" fmla="val 2754732"/>
                <a:gd name="f107" fmla="val 2523087"/>
                <a:gd name="f108" fmla="val 2784958"/>
                <a:gd name="f109" fmla="val 2624602"/>
                <a:gd name="f110" fmla="val 2809394"/>
                <a:gd name="f111" fmla="val 2727588"/>
                <a:gd name="f112" fmla="val 2829197"/>
                <a:gd name="f113" fmla="val 2830698"/>
                <a:gd name="f114" fmla="val 2848653"/>
                <a:gd name="f115" fmla="val 2935522"/>
                <a:gd name="f116" fmla="val 2861971"/>
                <a:gd name="f117" fmla="val 3041083"/>
                <a:gd name="f118" fmla="val 2870890"/>
                <a:gd name="f119" fmla="val 3146644"/>
                <a:gd name="f120" fmla="val 2879922"/>
                <a:gd name="f121" fmla="val 3253307"/>
                <a:gd name="f122" fmla="val 2883860"/>
                <a:gd name="f123" fmla="val 3360340"/>
                <a:gd name="f124" fmla="val 2883976"/>
                <a:gd name="f125" fmla="val 3387067"/>
                <a:gd name="f126" fmla="val 3414162"/>
                <a:gd name="f127" fmla="val 2884439"/>
                <a:gd name="f128" fmla="val 3439663"/>
                <a:gd name="f129" fmla="val 2883396"/>
                <a:gd name="f130" fmla="val 3478529"/>
                <a:gd name="f131" fmla="val 2882471"/>
                <a:gd name="f132" fmla="val 3517271"/>
                <a:gd name="f133" fmla="val 2880616"/>
                <a:gd name="f134" fmla="val 3568887"/>
                <a:gd name="f135" fmla="val 2878417"/>
                <a:gd name="f136" fmla="val 3620257"/>
                <a:gd name="f137" fmla="val 2873552"/>
                <a:gd name="f138" fmla="val 3671260"/>
                <a:gd name="f139" fmla="val 2867878"/>
                <a:gd name="f140" fmla="val 3875515"/>
                <a:gd name="f141" fmla="val 2844253"/>
                <a:gd name="f142" fmla="val 4074253"/>
                <a:gd name="f143" fmla="val 2792486"/>
                <a:gd name="f144" fmla="val 4265268"/>
                <a:gd name="f145" fmla="val 2716283"/>
                <a:gd name="f146" fmla="val 4361020"/>
                <a:gd name="f147" fmla="val 2678529"/>
                <a:gd name="f148" fmla="val 4454444"/>
                <a:gd name="f149" fmla="val 2633710"/>
                <a:gd name="f150" fmla="val 4546395"/>
                <a:gd name="f151" fmla="val 2584724"/>
                <a:gd name="f152" fmla="val 4638470"/>
                <a:gd name="f153" fmla="val 2535967"/>
                <a:gd name="f154" fmla="val 4728827"/>
                <a:gd name="f155" fmla="val 2481885"/>
                <a:gd name="f156" fmla="val 4817837"/>
                <a:gd name="f157" fmla="val 2424674"/>
                <a:gd name="f158" fmla="val 4906846"/>
                <a:gd name="f159" fmla="val 2367348"/>
                <a:gd name="f160" fmla="val 4994385"/>
                <a:gd name="f161" fmla="val 2306317"/>
                <a:gd name="f162" fmla="val 5081677"/>
                <a:gd name="f163" fmla="val 2243548"/>
                <a:gd name="f164" fmla="val 5125201"/>
                <a:gd name="f165" fmla="val 2212164"/>
                <a:gd name="f166" fmla="val 5168603"/>
                <a:gd name="f167" fmla="val 2179969"/>
                <a:gd name="f168" fmla="val 5211881"/>
                <a:gd name="f169" fmla="val 2147658"/>
                <a:gd name="f170" fmla="val 2062128"/>
                <a:gd name="f171" fmla="val 2514993"/>
                <a:gd name="f172" fmla="val 5314867"/>
                <a:gd name="f173" fmla="val 2522881"/>
                <a:gd name="f174" fmla="val 5225490"/>
                <a:gd name="f175" fmla="val 2591325"/>
                <a:gd name="f176" fmla="val 5133783"/>
                <a:gd name="f177" fmla="val 2658379"/>
                <a:gd name="f178" fmla="val 5038276"/>
                <a:gd name="f179" fmla="val 2722421"/>
                <a:gd name="f180" fmla="val 4942892"/>
                <a:gd name="f181" fmla="val 2786348"/>
                <a:gd name="f182" fmla="val 4844810"/>
                <a:gd name="f183" fmla="val 2848422"/>
                <a:gd name="f184" fmla="val 4741701"/>
                <a:gd name="f185" fmla="val 2904937"/>
                <a:gd name="f186" fmla="val 4638592"/>
                <a:gd name="f187" fmla="val 2961337"/>
                <a:gd name="f188" fmla="val 4531929"/>
                <a:gd name="f189" fmla="val 3013683"/>
                <a:gd name="f190" fmla="val 4420728"/>
                <a:gd name="f191" fmla="val 3058848"/>
                <a:gd name="f192" fmla="val 4199063"/>
                <a:gd name="f193" fmla="val 3150338"/>
                <a:gd name="f194" fmla="val 3959621"/>
                <a:gd name="f195" fmla="val 3211485"/>
                <a:gd name="f196" fmla="val 3717481"/>
                <a:gd name="f197" fmla="val 3237079"/>
                <a:gd name="f198" fmla="val 3656914"/>
                <a:gd name="f199" fmla="val 3243101"/>
                <a:gd name="f200" fmla="val 3596227"/>
                <a:gd name="f201" fmla="val 3247966"/>
                <a:gd name="f202" fmla="val 3535661"/>
                <a:gd name="f203" fmla="val 3249934"/>
                <a:gd name="f204" fmla="val 3490175"/>
                <a:gd name="f205" fmla="val 3251555"/>
                <a:gd name="f206" fmla="val 3444813"/>
                <a:gd name="f207" fmla="val 3251787"/>
                <a:gd name="f208" fmla="val 3252250"/>
                <a:gd name="f209" fmla="val 3385105"/>
                <a:gd name="f210" fmla="val 3251324"/>
                <a:gd name="f211" fmla="val 3355681"/>
                <a:gd name="f212" fmla="val 3250745"/>
                <a:gd name="f213" fmla="val 3296954"/>
                <a:gd name="f214" fmla="val 3250050"/>
                <a:gd name="f215" fmla="val 3237860"/>
                <a:gd name="f216" fmla="val 3246692"/>
                <a:gd name="f217" fmla="val 3179011"/>
                <a:gd name="f218" fmla="val 3243795"/>
                <a:gd name="f219" fmla="val 3120039"/>
                <a:gd name="f220" fmla="val 3239164"/>
                <a:gd name="f221" fmla="val 3061067"/>
                <a:gd name="f222" fmla="val 3234878"/>
                <a:gd name="f223" fmla="val 3002217"/>
                <a:gd name="f224" fmla="val 3227814"/>
                <a:gd name="f225" fmla="val 2884397"/>
                <a:gd name="f226" fmla="val 3214496"/>
                <a:gd name="f227" fmla="val 2766699"/>
                <a:gd name="f228" fmla="val 3196314"/>
                <a:gd name="f229" fmla="val 2650103"/>
                <a:gd name="f230" fmla="val 3170836"/>
                <a:gd name="f231" fmla="val 2533510"/>
                <a:gd name="f232" fmla="val 3145358"/>
                <a:gd name="f233" fmla="val 2418263"/>
                <a:gd name="f234" fmla="val 3112583"/>
                <a:gd name="f235" fmla="val 2305836"/>
                <a:gd name="f236" fmla="val 3072514"/>
                <a:gd name="f237" fmla="val 2193410"/>
                <a:gd name="f238" fmla="val 3032328"/>
                <a:gd name="f239" fmla="val 2083926"/>
                <a:gd name="f240" fmla="val 2984383"/>
                <a:gd name="f241" fmla="val 1978611"/>
                <a:gd name="f242" fmla="val 2929952"/>
                <a:gd name="f243" fmla="val 1873663"/>
                <a:gd name="f244" fmla="val 2874711"/>
                <a:gd name="f245" fmla="val 1772884"/>
                <a:gd name="f246" fmla="val 2812985"/>
                <a:gd name="f247" fmla="val 1678235"/>
                <a:gd name="f248" fmla="val 2744424"/>
                <a:gd name="f249" fmla="val 1488201"/>
                <a:gd name="f250" fmla="val 2608001"/>
                <a:gd name="f251" fmla="val 1321708"/>
                <a:gd name="f252" fmla="val 2448068"/>
                <a:gd name="f253" fmla="val 1175688"/>
                <a:gd name="f254" fmla="val 2277018"/>
                <a:gd name="f255" fmla="val 1102985"/>
                <a:gd name="f256" fmla="val 2191086"/>
                <a:gd name="f257" fmla="val 1035309"/>
                <a:gd name="f258" fmla="val 2102377"/>
                <a:gd name="f259" fmla="val 971310"/>
                <a:gd name="f260" fmla="val 2012044"/>
                <a:gd name="f261" fmla="val 907188"/>
                <a:gd name="f262" fmla="val 1921714"/>
                <a:gd name="f263" fmla="val 847358"/>
                <a:gd name="f264" fmla="val 1829413"/>
                <a:gd name="f265" fmla="val 790717"/>
                <a:gd name="f266" fmla="val 1735723"/>
                <a:gd name="f267" fmla="val 761782"/>
                <a:gd name="f268" fmla="val 1688357"/>
                <a:gd name="f269" fmla="val 735300"/>
                <a:gd name="f270" fmla="val 1644002"/>
                <a:gd name="f271" fmla="val 706488"/>
                <a:gd name="f272" fmla="val 1598604"/>
                <a:gd name="f273" fmla="val 677922"/>
                <a:gd name="f274" fmla="val 1553555"/>
                <a:gd name="f275" fmla="val 648866"/>
                <a:gd name="f276" fmla="val 1508505"/>
                <a:gd name="f277" fmla="val 618951"/>
                <a:gd name="f278" fmla="val 1463802"/>
                <a:gd name="f279" fmla="val 436273"/>
                <a:gd name="f280" fmla="val 1195355"/>
                <a:gd name="f281" fmla="val 405990"/>
                <a:gd name="f282" fmla="val 1150189"/>
                <a:gd name="f283" fmla="val 376075"/>
                <a:gd name="f284" fmla="val 1104792"/>
                <a:gd name="f285" fmla="val 346896"/>
                <a:gd name="f286" fmla="val 1058816"/>
                <a:gd name="f287" fmla="val 317716"/>
                <a:gd name="f288" fmla="val 1012838"/>
                <a:gd name="f289" fmla="val 288782"/>
                <a:gd name="f290" fmla="val 966747"/>
                <a:gd name="f291" fmla="val 261809"/>
                <a:gd name="f292" fmla="val 919264"/>
                <a:gd name="f293" fmla="val 207742"/>
                <a:gd name="f294" fmla="val 824764"/>
                <a:gd name="f295" fmla="val 158088"/>
                <a:gd name="f296" fmla="val 727485"/>
                <a:gd name="f297" fmla="val 118487"/>
                <a:gd name="f298" fmla="val 626498"/>
                <a:gd name="f299" fmla="val 78151"/>
                <a:gd name="f300" fmla="val 525859"/>
                <a:gd name="f301" fmla="val 48237"/>
                <a:gd name="f302" fmla="val 421515"/>
                <a:gd name="f303" fmla="val 28130"/>
                <a:gd name="f304" fmla="val 315781"/>
                <a:gd name="f305" fmla="val 18506"/>
                <a:gd name="f306" fmla="val 262914"/>
                <a:gd name="f307" fmla="val 11425"/>
                <a:gd name="f308" fmla="val 209642"/>
                <a:gd name="f309" fmla="val 6751"/>
                <a:gd name="f310" fmla="val 156195"/>
                <a:gd name="f311" fmla="+- 0 0 -90"/>
                <a:gd name="f312" fmla="*/ f3 1 5324985"/>
                <a:gd name="f313" fmla="*/ f4 1 3251912"/>
                <a:gd name="f314" fmla="+- f7 0 f5"/>
                <a:gd name="f315" fmla="+- f6 0 f5"/>
                <a:gd name="f316" fmla="*/ f311 f0 1"/>
                <a:gd name="f317" fmla="*/ f315 1 5324985"/>
                <a:gd name="f318" fmla="*/ f314 1 3251912"/>
                <a:gd name="f319" fmla="*/ 0 f315 1"/>
                <a:gd name="f320" fmla="*/ 0 f314 1"/>
                <a:gd name="f321" fmla="*/ 36826 f315 1"/>
                <a:gd name="f322" fmla="*/ 45003 f315 1"/>
                <a:gd name="f323" fmla="*/ 152909 f314 1"/>
                <a:gd name="f324" fmla="*/ 68956 f315 1"/>
                <a:gd name="f325" fmla="*/ 308600 f314 1"/>
                <a:gd name="f326" fmla="*/ 167774 f315 1"/>
                <a:gd name="f327" fmla="*/ 607968 f314 1"/>
                <a:gd name="f328" fmla="*/ 201857 f315 1"/>
                <a:gd name="f329" fmla="*/ 679539 f314 1"/>
                <a:gd name="f330" fmla="*/ 239741 f315 1"/>
                <a:gd name="f331" fmla="*/ 749488 f314 1"/>
                <a:gd name="f332" fmla="*/ 323724 f315 1"/>
                <a:gd name="f333" fmla="*/ 885101 f314 1"/>
                <a:gd name="f334" fmla="*/ 416412 f315 1"/>
                <a:gd name="f335" fmla="*/ 1016081 f314 1"/>
                <a:gd name="f336" fmla="*/ 515719 f315 1"/>
                <a:gd name="f337" fmla="*/ 1143356 f314 1"/>
                <a:gd name="f338" fmla="*/ 722427 f315 1"/>
                <a:gd name="f339" fmla="*/ 1395127 f314 1"/>
                <a:gd name="f340" fmla="*/ 825780 f315 1"/>
                <a:gd name="f341" fmla="*/ 1522749 f314 1"/>
                <a:gd name="f342" fmla="*/ 926314 f315 1"/>
                <a:gd name="f343" fmla="*/ 1651992 f314 1"/>
                <a:gd name="f344" fmla="*/ 1026848 f315 1"/>
                <a:gd name="f345" fmla="*/ 1776836 f314 1"/>
                <a:gd name="f346" fmla="*/ 1131918 f315 1"/>
                <a:gd name="f347" fmla="*/ 1897393 f314 1"/>
                <a:gd name="f348" fmla="*/ 1354688 f315 1"/>
                <a:gd name="f349" fmla="*/ 2124728 f314 1"/>
                <a:gd name="f350" fmla="*/ 1855027 f315 1"/>
                <a:gd name="f351" fmla="*/ 2504236 f314 1"/>
                <a:gd name="f352" fmla="*/ 2131618 f315 1"/>
                <a:gd name="f353" fmla="*/ 2646913 f314 1"/>
                <a:gd name="f354" fmla="*/ 2423534 f315 1"/>
                <a:gd name="f355" fmla="*/ 2754732 f314 1"/>
                <a:gd name="f356" fmla="*/ 2727588 f315 1"/>
                <a:gd name="f357" fmla="*/ 2829197 f314 1"/>
                <a:gd name="f358" fmla="*/ 3041083 f315 1"/>
                <a:gd name="f359" fmla="*/ 2870890 f314 1"/>
                <a:gd name="f360" fmla="*/ 3360340 f315 1"/>
                <a:gd name="f361" fmla="*/ 2883976 f314 1"/>
                <a:gd name="f362" fmla="*/ 3439663 f315 1"/>
                <a:gd name="f363" fmla="*/ 2883396 f314 1"/>
                <a:gd name="f364" fmla="*/ 3478529 f315 1"/>
                <a:gd name="f365" fmla="*/ 2882471 f314 1"/>
                <a:gd name="f366" fmla="*/ 3517271 f315 1"/>
                <a:gd name="f367" fmla="*/ 2880616 f314 1"/>
                <a:gd name="f368" fmla="*/ 3671260 f315 1"/>
                <a:gd name="f369" fmla="*/ 2867878 f314 1"/>
                <a:gd name="f370" fmla="*/ 4265268 f315 1"/>
                <a:gd name="f371" fmla="*/ 2716283 f314 1"/>
                <a:gd name="f372" fmla="*/ 4546395 f315 1"/>
                <a:gd name="f373" fmla="*/ 2584724 f314 1"/>
                <a:gd name="f374" fmla="*/ 4817837 f315 1"/>
                <a:gd name="f375" fmla="*/ 2424674 f314 1"/>
                <a:gd name="f376" fmla="*/ 5081677 f315 1"/>
                <a:gd name="f377" fmla="*/ 2243548 f314 1"/>
                <a:gd name="f378" fmla="*/ 5211881 f315 1"/>
                <a:gd name="f379" fmla="*/ 2147658 f314 1"/>
                <a:gd name="f380" fmla="*/ 5324985 f315 1"/>
                <a:gd name="f381" fmla="*/ 2062128 f314 1"/>
                <a:gd name="f382" fmla="*/ 2514993 f314 1"/>
                <a:gd name="f383" fmla="*/ 5314867 f315 1"/>
                <a:gd name="f384" fmla="*/ 2522881 f314 1"/>
                <a:gd name="f385" fmla="*/ 5038276 f315 1"/>
                <a:gd name="f386" fmla="*/ 2722421 f314 1"/>
                <a:gd name="f387" fmla="*/ 4741701 f315 1"/>
                <a:gd name="f388" fmla="*/ 2904937 f314 1"/>
                <a:gd name="f389" fmla="*/ 4420728 f315 1"/>
                <a:gd name="f390" fmla="*/ 3058848 f314 1"/>
                <a:gd name="f391" fmla="*/ 3717481 f315 1"/>
                <a:gd name="f392" fmla="*/ 3237079 f314 1"/>
                <a:gd name="f393" fmla="*/ 3535661 f315 1"/>
                <a:gd name="f394" fmla="*/ 3249934 f314 1"/>
                <a:gd name="f395" fmla="*/ 3490175 f315 1"/>
                <a:gd name="f396" fmla="*/ 3251555 f314 1"/>
                <a:gd name="f397" fmla="*/ 3444813 f315 1"/>
                <a:gd name="f398" fmla="*/ 3251787 f314 1"/>
                <a:gd name="f399" fmla="*/ 3355681 f315 1"/>
                <a:gd name="f400" fmla="*/ 3250745 f314 1"/>
                <a:gd name="f401" fmla="*/ 3179011 f315 1"/>
                <a:gd name="f402" fmla="*/ 3243795 f314 1"/>
                <a:gd name="f403" fmla="*/ 3002217 f315 1"/>
                <a:gd name="f404" fmla="*/ 3227814 f314 1"/>
                <a:gd name="f405" fmla="*/ 2650103 f315 1"/>
                <a:gd name="f406" fmla="*/ 3170836 f314 1"/>
                <a:gd name="f407" fmla="*/ 2305836 f315 1"/>
                <a:gd name="f408" fmla="*/ 3072514 f314 1"/>
                <a:gd name="f409" fmla="*/ 1978611 f315 1"/>
                <a:gd name="f410" fmla="*/ 2929952 f314 1"/>
                <a:gd name="f411" fmla="*/ 1678235 f315 1"/>
                <a:gd name="f412" fmla="*/ 2744424 f314 1"/>
                <a:gd name="f413" fmla="*/ 1175688 f315 1"/>
                <a:gd name="f414" fmla="*/ 2277018 f314 1"/>
                <a:gd name="f415" fmla="*/ 971310 f315 1"/>
                <a:gd name="f416" fmla="*/ 2012044 f314 1"/>
                <a:gd name="f417" fmla="*/ 790717 f315 1"/>
                <a:gd name="f418" fmla="*/ 1735723 f314 1"/>
                <a:gd name="f419" fmla="*/ 706488 f315 1"/>
                <a:gd name="f420" fmla="*/ 1598604 f314 1"/>
                <a:gd name="f421" fmla="*/ 618951 f315 1"/>
                <a:gd name="f422" fmla="*/ 1463802 f314 1"/>
                <a:gd name="f423" fmla="*/ 436273 f315 1"/>
                <a:gd name="f424" fmla="*/ 1195355 f314 1"/>
                <a:gd name="f425" fmla="*/ 346896 f315 1"/>
                <a:gd name="f426" fmla="*/ 1058816 f314 1"/>
                <a:gd name="f427" fmla="*/ 261809 f315 1"/>
                <a:gd name="f428" fmla="*/ 919264 f314 1"/>
                <a:gd name="f429" fmla="*/ 118487 f315 1"/>
                <a:gd name="f430" fmla="*/ 626498 f314 1"/>
                <a:gd name="f431" fmla="*/ 28130 f315 1"/>
                <a:gd name="f432" fmla="*/ 315781 f314 1"/>
                <a:gd name="f433" fmla="*/ 6751 f315 1"/>
                <a:gd name="f434" fmla="*/ 156195 f314 1"/>
                <a:gd name="f435" fmla="*/ f316 1 f2"/>
                <a:gd name="f436" fmla="*/ f319 1 5324985"/>
                <a:gd name="f437" fmla="*/ f320 1 3251912"/>
                <a:gd name="f438" fmla="*/ f321 1 5324985"/>
                <a:gd name="f439" fmla="*/ f322 1 5324985"/>
                <a:gd name="f440" fmla="*/ f323 1 3251912"/>
                <a:gd name="f441" fmla="*/ f324 1 5324985"/>
                <a:gd name="f442" fmla="*/ f325 1 3251912"/>
                <a:gd name="f443" fmla="*/ f326 1 5324985"/>
                <a:gd name="f444" fmla="*/ f327 1 3251912"/>
                <a:gd name="f445" fmla="*/ f328 1 5324985"/>
                <a:gd name="f446" fmla="*/ f329 1 3251912"/>
                <a:gd name="f447" fmla="*/ f330 1 5324985"/>
                <a:gd name="f448" fmla="*/ f331 1 3251912"/>
                <a:gd name="f449" fmla="*/ f332 1 5324985"/>
                <a:gd name="f450" fmla="*/ f333 1 3251912"/>
                <a:gd name="f451" fmla="*/ f334 1 5324985"/>
                <a:gd name="f452" fmla="*/ f335 1 3251912"/>
                <a:gd name="f453" fmla="*/ f336 1 5324985"/>
                <a:gd name="f454" fmla="*/ f337 1 3251912"/>
                <a:gd name="f455" fmla="*/ f338 1 5324985"/>
                <a:gd name="f456" fmla="*/ f339 1 3251912"/>
                <a:gd name="f457" fmla="*/ f340 1 5324985"/>
                <a:gd name="f458" fmla="*/ f341 1 3251912"/>
                <a:gd name="f459" fmla="*/ f342 1 5324985"/>
                <a:gd name="f460" fmla="*/ f343 1 3251912"/>
                <a:gd name="f461" fmla="*/ f344 1 5324985"/>
                <a:gd name="f462" fmla="*/ f345 1 3251912"/>
                <a:gd name="f463" fmla="*/ f346 1 5324985"/>
                <a:gd name="f464" fmla="*/ f347 1 3251912"/>
                <a:gd name="f465" fmla="*/ f348 1 5324985"/>
                <a:gd name="f466" fmla="*/ f349 1 3251912"/>
                <a:gd name="f467" fmla="*/ f350 1 5324985"/>
                <a:gd name="f468" fmla="*/ f351 1 3251912"/>
                <a:gd name="f469" fmla="*/ f352 1 5324985"/>
                <a:gd name="f470" fmla="*/ f353 1 3251912"/>
                <a:gd name="f471" fmla="*/ f354 1 5324985"/>
                <a:gd name="f472" fmla="*/ f355 1 3251912"/>
                <a:gd name="f473" fmla="*/ f356 1 5324985"/>
                <a:gd name="f474" fmla="*/ f357 1 3251912"/>
                <a:gd name="f475" fmla="*/ f358 1 5324985"/>
                <a:gd name="f476" fmla="*/ f359 1 3251912"/>
                <a:gd name="f477" fmla="*/ f360 1 5324985"/>
                <a:gd name="f478" fmla="*/ f361 1 3251912"/>
                <a:gd name="f479" fmla="*/ f362 1 5324985"/>
                <a:gd name="f480" fmla="*/ f363 1 3251912"/>
                <a:gd name="f481" fmla="*/ f364 1 5324985"/>
                <a:gd name="f482" fmla="*/ f365 1 3251912"/>
                <a:gd name="f483" fmla="*/ f366 1 5324985"/>
                <a:gd name="f484" fmla="*/ f367 1 3251912"/>
                <a:gd name="f485" fmla="*/ f368 1 5324985"/>
                <a:gd name="f486" fmla="*/ f369 1 3251912"/>
                <a:gd name="f487" fmla="*/ f370 1 5324985"/>
                <a:gd name="f488" fmla="*/ f371 1 3251912"/>
                <a:gd name="f489" fmla="*/ f372 1 5324985"/>
                <a:gd name="f490" fmla="*/ f373 1 3251912"/>
                <a:gd name="f491" fmla="*/ f374 1 5324985"/>
                <a:gd name="f492" fmla="*/ f375 1 3251912"/>
                <a:gd name="f493" fmla="*/ f376 1 5324985"/>
                <a:gd name="f494" fmla="*/ f377 1 3251912"/>
                <a:gd name="f495" fmla="*/ f378 1 5324985"/>
                <a:gd name="f496" fmla="*/ f379 1 3251912"/>
                <a:gd name="f497" fmla="*/ f380 1 5324985"/>
                <a:gd name="f498" fmla="*/ f381 1 3251912"/>
                <a:gd name="f499" fmla="*/ f382 1 3251912"/>
                <a:gd name="f500" fmla="*/ f383 1 5324985"/>
                <a:gd name="f501" fmla="*/ f384 1 3251912"/>
                <a:gd name="f502" fmla="*/ f385 1 5324985"/>
                <a:gd name="f503" fmla="*/ f386 1 3251912"/>
                <a:gd name="f504" fmla="*/ f387 1 5324985"/>
                <a:gd name="f505" fmla="*/ f388 1 3251912"/>
                <a:gd name="f506" fmla="*/ f389 1 5324985"/>
                <a:gd name="f507" fmla="*/ f390 1 3251912"/>
                <a:gd name="f508" fmla="*/ f391 1 5324985"/>
                <a:gd name="f509" fmla="*/ f392 1 3251912"/>
                <a:gd name="f510" fmla="*/ f393 1 5324985"/>
                <a:gd name="f511" fmla="*/ f394 1 3251912"/>
                <a:gd name="f512" fmla="*/ f395 1 5324985"/>
                <a:gd name="f513" fmla="*/ f396 1 3251912"/>
                <a:gd name="f514" fmla="*/ f397 1 5324985"/>
                <a:gd name="f515" fmla="*/ f398 1 3251912"/>
                <a:gd name="f516" fmla="*/ f399 1 5324985"/>
                <a:gd name="f517" fmla="*/ f400 1 3251912"/>
                <a:gd name="f518" fmla="*/ f401 1 5324985"/>
                <a:gd name="f519" fmla="*/ f402 1 3251912"/>
                <a:gd name="f520" fmla="*/ f403 1 5324985"/>
                <a:gd name="f521" fmla="*/ f404 1 3251912"/>
                <a:gd name="f522" fmla="*/ f405 1 5324985"/>
                <a:gd name="f523" fmla="*/ f406 1 3251912"/>
                <a:gd name="f524" fmla="*/ f407 1 5324985"/>
                <a:gd name="f525" fmla="*/ f408 1 3251912"/>
                <a:gd name="f526" fmla="*/ f409 1 5324985"/>
                <a:gd name="f527" fmla="*/ f410 1 3251912"/>
                <a:gd name="f528" fmla="*/ f411 1 5324985"/>
                <a:gd name="f529" fmla="*/ f412 1 3251912"/>
                <a:gd name="f530" fmla="*/ f413 1 5324985"/>
                <a:gd name="f531" fmla="*/ f414 1 3251912"/>
                <a:gd name="f532" fmla="*/ f415 1 5324985"/>
                <a:gd name="f533" fmla="*/ f416 1 3251912"/>
                <a:gd name="f534" fmla="*/ f417 1 5324985"/>
                <a:gd name="f535" fmla="*/ f418 1 3251912"/>
                <a:gd name="f536" fmla="*/ f419 1 5324985"/>
                <a:gd name="f537" fmla="*/ f420 1 3251912"/>
                <a:gd name="f538" fmla="*/ f421 1 5324985"/>
                <a:gd name="f539" fmla="*/ f422 1 3251912"/>
                <a:gd name="f540" fmla="*/ f423 1 5324985"/>
                <a:gd name="f541" fmla="*/ f424 1 3251912"/>
                <a:gd name="f542" fmla="*/ f425 1 5324985"/>
                <a:gd name="f543" fmla="*/ f426 1 3251912"/>
                <a:gd name="f544" fmla="*/ f427 1 5324985"/>
                <a:gd name="f545" fmla="*/ f428 1 3251912"/>
                <a:gd name="f546" fmla="*/ f429 1 5324985"/>
                <a:gd name="f547" fmla="*/ f430 1 3251912"/>
                <a:gd name="f548" fmla="*/ f431 1 5324985"/>
                <a:gd name="f549" fmla="*/ f432 1 3251912"/>
                <a:gd name="f550" fmla="*/ f433 1 5324985"/>
                <a:gd name="f551" fmla="*/ f434 1 3251912"/>
                <a:gd name="f552" fmla="*/ f5 1 f317"/>
                <a:gd name="f553" fmla="*/ f6 1 f317"/>
                <a:gd name="f554" fmla="*/ f5 1 f318"/>
                <a:gd name="f555" fmla="*/ f7 1 f318"/>
                <a:gd name="f556" fmla="+- f435 0 f1"/>
                <a:gd name="f557" fmla="*/ f436 1 f317"/>
                <a:gd name="f558" fmla="*/ f437 1 f318"/>
                <a:gd name="f559" fmla="*/ f438 1 f317"/>
                <a:gd name="f560" fmla="*/ f439 1 f317"/>
                <a:gd name="f561" fmla="*/ f440 1 f318"/>
                <a:gd name="f562" fmla="*/ f441 1 f317"/>
                <a:gd name="f563" fmla="*/ f442 1 f318"/>
                <a:gd name="f564" fmla="*/ f443 1 f317"/>
                <a:gd name="f565" fmla="*/ f444 1 f318"/>
                <a:gd name="f566" fmla="*/ f445 1 f317"/>
                <a:gd name="f567" fmla="*/ f446 1 f318"/>
                <a:gd name="f568" fmla="*/ f447 1 f317"/>
                <a:gd name="f569" fmla="*/ f448 1 f318"/>
                <a:gd name="f570" fmla="*/ f449 1 f317"/>
                <a:gd name="f571" fmla="*/ f450 1 f318"/>
                <a:gd name="f572" fmla="*/ f451 1 f317"/>
                <a:gd name="f573" fmla="*/ f452 1 f318"/>
                <a:gd name="f574" fmla="*/ f453 1 f317"/>
                <a:gd name="f575" fmla="*/ f454 1 f318"/>
                <a:gd name="f576" fmla="*/ f455 1 f317"/>
                <a:gd name="f577" fmla="*/ f456 1 f318"/>
                <a:gd name="f578" fmla="*/ f457 1 f317"/>
                <a:gd name="f579" fmla="*/ f458 1 f318"/>
                <a:gd name="f580" fmla="*/ f459 1 f317"/>
                <a:gd name="f581" fmla="*/ f460 1 f318"/>
                <a:gd name="f582" fmla="*/ f461 1 f317"/>
                <a:gd name="f583" fmla="*/ f462 1 f318"/>
                <a:gd name="f584" fmla="*/ f463 1 f317"/>
                <a:gd name="f585" fmla="*/ f464 1 f318"/>
                <a:gd name="f586" fmla="*/ f465 1 f317"/>
                <a:gd name="f587" fmla="*/ f466 1 f318"/>
                <a:gd name="f588" fmla="*/ f467 1 f317"/>
                <a:gd name="f589" fmla="*/ f468 1 f318"/>
                <a:gd name="f590" fmla="*/ f469 1 f317"/>
                <a:gd name="f591" fmla="*/ f470 1 f318"/>
                <a:gd name="f592" fmla="*/ f471 1 f317"/>
                <a:gd name="f593" fmla="*/ f472 1 f318"/>
                <a:gd name="f594" fmla="*/ f473 1 f317"/>
                <a:gd name="f595" fmla="*/ f474 1 f318"/>
                <a:gd name="f596" fmla="*/ f475 1 f317"/>
                <a:gd name="f597" fmla="*/ f476 1 f318"/>
                <a:gd name="f598" fmla="*/ f477 1 f317"/>
                <a:gd name="f599" fmla="*/ f478 1 f318"/>
                <a:gd name="f600" fmla="*/ f479 1 f317"/>
                <a:gd name="f601" fmla="*/ f480 1 f318"/>
                <a:gd name="f602" fmla="*/ f481 1 f317"/>
                <a:gd name="f603" fmla="*/ f482 1 f318"/>
                <a:gd name="f604" fmla="*/ f483 1 f317"/>
                <a:gd name="f605" fmla="*/ f484 1 f318"/>
                <a:gd name="f606" fmla="*/ f485 1 f317"/>
                <a:gd name="f607" fmla="*/ f486 1 f318"/>
                <a:gd name="f608" fmla="*/ f487 1 f317"/>
                <a:gd name="f609" fmla="*/ f488 1 f318"/>
                <a:gd name="f610" fmla="*/ f489 1 f317"/>
                <a:gd name="f611" fmla="*/ f490 1 f318"/>
                <a:gd name="f612" fmla="*/ f491 1 f317"/>
                <a:gd name="f613" fmla="*/ f492 1 f318"/>
                <a:gd name="f614" fmla="*/ f493 1 f317"/>
                <a:gd name="f615" fmla="*/ f494 1 f318"/>
                <a:gd name="f616" fmla="*/ f495 1 f317"/>
                <a:gd name="f617" fmla="*/ f496 1 f318"/>
                <a:gd name="f618" fmla="*/ f497 1 f317"/>
                <a:gd name="f619" fmla="*/ f498 1 f318"/>
                <a:gd name="f620" fmla="*/ f499 1 f318"/>
                <a:gd name="f621" fmla="*/ f500 1 f317"/>
                <a:gd name="f622" fmla="*/ f501 1 f318"/>
                <a:gd name="f623" fmla="*/ f502 1 f317"/>
                <a:gd name="f624" fmla="*/ f503 1 f318"/>
                <a:gd name="f625" fmla="*/ f504 1 f317"/>
                <a:gd name="f626" fmla="*/ f505 1 f318"/>
                <a:gd name="f627" fmla="*/ f506 1 f317"/>
                <a:gd name="f628" fmla="*/ f507 1 f318"/>
                <a:gd name="f629" fmla="*/ f508 1 f317"/>
                <a:gd name="f630" fmla="*/ f509 1 f318"/>
                <a:gd name="f631" fmla="*/ f510 1 f317"/>
                <a:gd name="f632" fmla="*/ f511 1 f318"/>
                <a:gd name="f633" fmla="*/ f512 1 f317"/>
                <a:gd name="f634" fmla="*/ f513 1 f318"/>
                <a:gd name="f635" fmla="*/ f514 1 f317"/>
                <a:gd name="f636" fmla="*/ f515 1 f318"/>
                <a:gd name="f637" fmla="*/ f516 1 f317"/>
                <a:gd name="f638" fmla="*/ f517 1 f318"/>
                <a:gd name="f639" fmla="*/ f518 1 f317"/>
                <a:gd name="f640" fmla="*/ f519 1 f318"/>
                <a:gd name="f641" fmla="*/ f520 1 f317"/>
                <a:gd name="f642" fmla="*/ f521 1 f318"/>
                <a:gd name="f643" fmla="*/ f522 1 f317"/>
                <a:gd name="f644" fmla="*/ f523 1 f318"/>
                <a:gd name="f645" fmla="*/ f524 1 f317"/>
                <a:gd name="f646" fmla="*/ f525 1 f318"/>
                <a:gd name="f647" fmla="*/ f526 1 f317"/>
                <a:gd name="f648" fmla="*/ f527 1 f318"/>
                <a:gd name="f649" fmla="*/ f528 1 f317"/>
                <a:gd name="f650" fmla="*/ f529 1 f318"/>
                <a:gd name="f651" fmla="*/ f530 1 f317"/>
                <a:gd name="f652" fmla="*/ f531 1 f318"/>
                <a:gd name="f653" fmla="*/ f532 1 f317"/>
                <a:gd name="f654" fmla="*/ f533 1 f318"/>
                <a:gd name="f655" fmla="*/ f534 1 f317"/>
                <a:gd name="f656" fmla="*/ f535 1 f318"/>
                <a:gd name="f657" fmla="*/ f536 1 f317"/>
                <a:gd name="f658" fmla="*/ f537 1 f318"/>
                <a:gd name="f659" fmla="*/ f538 1 f317"/>
                <a:gd name="f660" fmla="*/ f539 1 f318"/>
                <a:gd name="f661" fmla="*/ f540 1 f317"/>
                <a:gd name="f662" fmla="*/ f541 1 f318"/>
                <a:gd name="f663" fmla="*/ f542 1 f317"/>
                <a:gd name="f664" fmla="*/ f543 1 f318"/>
                <a:gd name="f665" fmla="*/ f544 1 f317"/>
                <a:gd name="f666" fmla="*/ f545 1 f318"/>
                <a:gd name="f667" fmla="*/ f546 1 f317"/>
                <a:gd name="f668" fmla="*/ f547 1 f318"/>
                <a:gd name="f669" fmla="*/ f548 1 f317"/>
                <a:gd name="f670" fmla="*/ f549 1 f318"/>
                <a:gd name="f671" fmla="*/ f550 1 f317"/>
                <a:gd name="f672" fmla="*/ f551 1 f318"/>
                <a:gd name="f673" fmla="*/ f552 f312 1"/>
                <a:gd name="f674" fmla="*/ f553 f312 1"/>
                <a:gd name="f675" fmla="*/ f555 f313 1"/>
                <a:gd name="f676" fmla="*/ f554 f313 1"/>
                <a:gd name="f677" fmla="*/ f557 f312 1"/>
                <a:gd name="f678" fmla="*/ f558 f313 1"/>
                <a:gd name="f679" fmla="*/ f559 f312 1"/>
                <a:gd name="f680" fmla="*/ f560 f312 1"/>
                <a:gd name="f681" fmla="*/ f561 f313 1"/>
                <a:gd name="f682" fmla="*/ f562 f312 1"/>
                <a:gd name="f683" fmla="*/ f563 f313 1"/>
                <a:gd name="f684" fmla="*/ f564 f312 1"/>
                <a:gd name="f685" fmla="*/ f565 f313 1"/>
                <a:gd name="f686" fmla="*/ f566 f312 1"/>
                <a:gd name="f687" fmla="*/ f567 f313 1"/>
                <a:gd name="f688" fmla="*/ f568 f312 1"/>
                <a:gd name="f689" fmla="*/ f569 f313 1"/>
                <a:gd name="f690" fmla="*/ f570 f312 1"/>
                <a:gd name="f691" fmla="*/ f571 f313 1"/>
                <a:gd name="f692" fmla="*/ f572 f312 1"/>
                <a:gd name="f693" fmla="*/ f573 f313 1"/>
                <a:gd name="f694" fmla="*/ f574 f312 1"/>
                <a:gd name="f695" fmla="*/ f575 f313 1"/>
                <a:gd name="f696" fmla="*/ f576 f312 1"/>
                <a:gd name="f697" fmla="*/ f577 f313 1"/>
                <a:gd name="f698" fmla="*/ f578 f312 1"/>
                <a:gd name="f699" fmla="*/ f579 f313 1"/>
                <a:gd name="f700" fmla="*/ f580 f312 1"/>
                <a:gd name="f701" fmla="*/ f581 f313 1"/>
                <a:gd name="f702" fmla="*/ f582 f312 1"/>
                <a:gd name="f703" fmla="*/ f583 f313 1"/>
                <a:gd name="f704" fmla="*/ f584 f312 1"/>
                <a:gd name="f705" fmla="*/ f585 f313 1"/>
                <a:gd name="f706" fmla="*/ f586 f312 1"/>
                <a:gd name="f707" fmla="*/ f587 f313 1"/>
                <a:gd name="f708" fmla="*/ f588 f312 1"/>
                <a:gd name="f709" fmla="*/ f589 f313 1"/>
                <a:gd name="f710" fmla="*/ f590 f312 1"/>
                <a:gd name="f711" fmla="*/ f591 f313 1"/>
                <a:gd name="f712" fmla="*/ f592 f312 1"/>
                <a:gd name="f713" fmla="*/ f593 f313 1"/>
                <a:gd name="f714" fmla="*/ f594 f312 1"/>
                <a:gd name="f715" fmla="*/ f595 f313 1"/>
                <a:gd name="f716" fmla="*/ f596 f312 1"/>
                <a:gd name="f717" fmla="*/ f597 f313 1"/>
                <a:gd name="f718" fmla="*/ f598 f312 1"/>
                <a:gd name="f719" fmla="*/ f599 f313 1"/>
                <a:gd name="f720" fmla="*/ f600 f312 1"/>
                <a:gd name="f721" fmla="*/ f601 f313 1"/>
                <a:gd name="f722" fmla="*/ f602 f312 1"/>
                <a:gd name="f723" fmla="*/ f603 f313 1"/>
                <a:gd name="f724" fmla="*/ f604 f312 1"/>
                <a:gd name="f725" fmla="*/ f605 f313 1"/>
                <a:gd name="f726" fmla="*/ f606 f312 1"/>
                <a:gd name="f727" fmla="*/ f607 f313 1"/>
                <a:gd name="f728" fmla="*/ f608 f312 1"/>
                <a:gd name="f729" fmla="*/ f609 f313 1"/>
                <a:gd name="f730" fmla="*/ f610 f312 1"/>
                <a:gd name="f731" fmla="*/ f611 f313 1"/>
                <a:gd name="f732" fmla="*/ f612 f312 1"/>
                <a:gd name="f733" fmla="*/ f613 f313 1"/>
                <a:gd name="f734" fmla="*/ f614 f312 1"/>
                <a:gd name="f735" fmla="*/ f615 f313 1"/>
                <a:gd name="f736" fmla="*/ f616 f312 1"/>
                <a:gd name="f737" fmla="*/ f617 f313 1"/>
                <a:gd name="f738" fmla="*/ f618 f312 1"/>
                <a:gd name="f739" fmla="*/ f619 f313 1"/>
                <a:gd name="f740" fmla="*/ f620 f313 1"/>
                <a:gd name="f741" fmla="*/ f621 f312 1"/>
                <a:gd name="f742" fmla="*/ f622 f313 1"/>
                <a:gd name="f743" fmla="*/ f623 f312 1"/>
                <a:gd name="f744" fmla="*/ f624 f313 1"/>
                <a:gd name="f745" fmla="*/ f625 f312 1"/>
                <a:gd name="f746" fmla="*/ f626 f313 1"/>
                <a:gd name="f747" fmla="*/ f627 f312 1"/>
                <a:gd name="f748" fmla="*/ f628 f313 1"/>
                <a:gd name="f749" fmla="*/ f629 f312 1"/>
                <a:gd name="f750" fmla="*/ f630 f313 1"/>
                <a:gd name="f751" fmla="*/ f631 f312 1"/>
                <a:gd name="f752" fmla="*/ f632 f313 1"/>
                <a:gd name="f753" fmla="*/ f633 f312 1"/>
                <a:gd name="f754" fmla="*/ f634 f313 1"/>
                <a:gd name="f755" fmla="*/ f635 f312 1"/>
                <a:gd name="f756" fmla="*/ f636 f313 1"/>
                <a:gd name="f757" fmla="*/ f637 f312 1"/>
                <a:gd name="f758" fmla="*/ f638 f313 1"/>
                <a:gd name="f759" fmla="*/ f639 f312 1"/>
                <a:gd name="f760" fmla="*/ f640 f313 1"/>
                <a:gd name="f761" fmla="*/ f641 f312 1"/>
                <a:gd name="f762" fmla="*/ f642 f313 1"/>
                <a:gd name="f763" fmla="*/ f643 f312 1"/>
                <a:gd name="f764" fmla="*/ f644 f313 1"/>
                <a:gd name="f765" fmla="*/ f645 f312 1"/>
                <a:gd name="f766" fmla="*/ f646 f313 1"/>
                <a:gd name="f767" fmla="*/ f647 f312 1"/>
                <a:gd name="f768" fmla="*/ f648 f313 1"/>
                <a:gd name="f769" fmla="*/ f649 f312 1"/>
                <a:gd name="f770" fmla="*/ f650 f313 1"/>
                <a:gd name="f771" fmla="*/ f651 f312 1"/>
                <a:gd name="f772" fmla="*/ f652 f313 1"/>
                <a:gd name="f773" fmla="*/ f653 f312 1"/>
                <a:gd name="f774" fmla="*/ f654 f313 1"/>
                <a:gd name="f775" fmla="*/ f655 f312 1"/>
                <a:gd name="f776" fmla="*/ f656 f313 1"/>
                <a:gd name="f777" fmla="*/ f657 f312 1"/>
                <a:gd name="f778" fmla="*/ f658 f313 1"/>
                <a:gd name="f779" fmla="*/ f659 f312 1"/>
                <a:gd name="f780" fmla="*/ f660 f313 1"/>
                <a:gd name="f781" fmla="*/ f661 f312 1"/>
                <a:gd name="f782" fmla="*/ f662 f313 1"/>
                <a:gd name="f783" fmla="*/ f663 f312 1"/>
                <a:gd name="f784" fmla="*/ f664 f313 1"/>
                <a:gd name="f785" fmla="*/ f665 f312 1"/>
                <a:gd name="f786" fmla="*/ f666 f313 1"/>
                <a:gd name="f787" fmla="*/ f667 f312 1"/>
                <a:gd name="f788" fmla="*/ f668 f313 1"/>
                <a:gd name="f789" fmla="*/ f669 f312 1"/>
                <a:gd name="f790" fmla="*/ f670 f313 1"/>
                <a:gd name="f791" fmla="*/ f671 f312 1"/>
                <a:gd name="f792" fmla="*/ f672 f313 1"/>
              </a:gdLst>
              <a:ahLst/>
              <a:cxnLst>
                <a:cxn ang="3cd4">
                  <a:pos x="hc" y="t"/>
                </a:cxn>
                <a:cxn ang="0">
                  <a:pos x="r" y="vc"/>
                </a:cxn>
                <a:cxn ang="cd4">
                  <a:pos x="hc" y="b"/>
                </a:cxn>
                <a:cxn ang="cd2">
                  <a:pos x="l" y="vc"/>
                </a:cxn>
                <a:cxn ang="f556">
                  <a:pos x="f677" y="f678"/>
                </a:cxn>
                <a:cxn ang="f556">
                  <a:pos x="f679" y="f678"/>
                </a:cxn>
                <a:cxn ang="f556">
                  <a:pos x="f680" y="f681"/>
                </a:cxn>
                <a:cxn ang="f556">
                  <a:pos x="f682" y="f683"/>
                </a:cxn>
                <a:cxn ang="f556">
                  <a:pos x="f684" y="f685"/>
                </a:cxn>
                <a:cxn ang="f556">
                  <a:pos x="f686" y="f687"/>
                </a:cxn>
                <a:cxn ang="f556">
                  <a:pos x="f688" y="f689"/>
                </a:cxn>
                <a:cxn ang="f556">
                  <a:pos x="f690" y="f691"/>
                </a:cxn>
                <a:cxn ang="f556">
                  <a:pos x="f692" y="f693"/>
                </a:cxn>
                <a:cxn ang="f556">
                  <a:pos x="f694" y="f695"/>
                </a:cxn>
                <a:cxn ang="f556">
                  <a:pos x="f696" y="f697"/>
                </a:cxn>
                <a:cxn ang="f556">
                  <a:pos x="f698" y="f699"/>
                </a:cxn>
                <a:cxn ang="f556">
                  <a:pos x="f700" y="f701"/>
                </a:cxn>
                <a:cxn ang="f556">
                  <a:pos x="f702" y="f703"/>
                </a:cxn>
                <a:cxn ang="f556">
                  <a:pos x="f704" y="f705"/>
                </a:cxn>
                <a:cxn ang="f556">
                  <a:pos x="f706" y="f707"/>
                </a:cxn>
                <a:cxn ang="f556">
                  <a:pos x="f708" y="f709"/>
                </a:cxn>
                <a:cxn ang="f556">
                  <a:pos x="f710" y="f711"/>
                </a:cxn>
                <a:cxn ang="f556">
                  <a:pos x="f712" y="f713"/>
                </a:cxn>
                <a:cxn ang="f556">
                  <a:pos x="f714" y="f715"/>
                </a:cxn>
                <a:cxn ang="f556">
                  <a:pos x="f716" y="f717"/>
                </a:cxn>
                <a:cxn ang="f556">
                  <a:pos x="f718" y="f719"/>
                </a:cxn>
                <a:cxn ang="f556">
                  <a:pos x="f720" y="f721"/>
                </a:cxn>
                <a:cxn ang="f556">
                  <a:pos x="f722" y="f723"/>
                </a:cxn>
                <a:cxn ang="f556">
                  <a:pos x="f724" y="f725"/>
                </a:cxn>
                <a:cxn ang="f556">
                  <a:pos x="f726" y="f727"/>
                </a:cxn>
                <a:cxn ang="f556">
                  <a:pos x="f728" y="f729"/>
                </a:cxn>
                <a:cxn ang="f556">
                  <a:pos x="f730" y="f731"/>
                </a:cxn>
                <a:cxn ang="f556">
                  <a:pos x="f732" y="f733"/>
                </a:cxn>
                <a:cxn ang="f556">
                  <a:pos x="f734" y="f735"/>
                </a:cxn>
                <a:cxn ang="f556">
                  <a:pos x="f736" y="f737"/>
                </a:cxn>
                <a:cxn ang="f556">
                  <a:pos x="f738" y="f739"/>
                </a:cxn>
                <a:cxn ang="f556">
                  <a:pos x="f738" y="f740"/>
                </a:cxn>
                <a:cxn ang="f556">
                  <a:pos x="f741" y="f742"/>
                </a:cxn>
                <a:cxn ang="f556">
                  <a:pos x="f743" y="f744"/>
                </a:cxn>
                <a:cxn ang="f556">
                  <a:pos x="f745" y="f746"/>
                </a:cxn>
                <a:cxn ang="f556">
                  <a:pos x="f747" y="f748"/>
                </a:cxn>
                <a:cxn ang="f556">
                  <a:pos x="f749" y="f750"/>
                </a:cxn>
                <a:cxn ang="f556">
                  <a:pos x="f751" y="f752"/>
                </a:cxn>
                <a:cxn ang="f556">
                  <a:pos x="f753" y="f754"/>
                </a:cxn>
                <a:cxn ang="f556">
                  <a:pos x="f755" y="f756"/>
                </a:cxn>
                <a:cxn ang="f556">
                  <a:pos x="f757" y="f758"/>
                </a:cxn>
                <a:cxn ang="f556">
                  <a:pos x="f759" y="f760"/>
                </a:cxn>
                <a:cxn ang="f556">
                  <a:pos x="f761" y="f762"/>
                </a:cxn>
                <a:cxn ang="f556">
                  <a:pos x="f763" y="f764"/>
                </a:cxn>
                <a:cxn ang="f556">
                  <a:pos x="f765" y="f766"/>
                </a:cxn>
                <a:cxn ang="f556">
                  <a:pos x="f767" y="f768"/>
                </a:cxn>
                <a:cxn ang="f556">
                  <a:pos x="f769" y="f770"/>
                </a:cxn>
                <a:cxn ang="f556">
                  <a:pos x="f771" y="f772"/>
                </a:cxn>
                <a:cxn ang="f556">
                  <a:pos x="f773" y="f774"/>
                </a:cxn>
                <a:cxn ang="f556">
                  <a:pos x="f775" y="f776"/>
                </a:cxn>
                <a:cxn ang="f556">
                  <a:pos x="f777" y="f778"/>
                </a:cxn>
                <a:cxn ang="f556">
                  <a:pos x="f779" y="f780"/>
                </a:cxn>
                <a:cxn ang="f556">
                  <a:pos x="f781" y="f782"/>
                </a:cxn>
                <a:cxn ang="f556">
                  <a:pos x="f783" y="f784"/>
                </a:cxn>
                <a:cxn ang="f556">
                  <a:pos x="f785" y="f786"/>
                </a:cxn>
                <a:cxn ang="f556">
                  <a:pos x="f787" y="f788"/>
                </a:cxn>
                <a:cxn ang="f556">
                  <a:pos x="f789" y="f790"/>
                </a:cxn>
                <a:cxn ang="f556">
                  <a:pos x="f791" y="f792"/>
                </a:cxn>
              </a:cxnLst>
              <a:rect l="f673" t="f676" r="f674" b="f675"/>
              <a:pathLst>
                <a:path w="5324985" h="3251912">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cubicBezTo>
                    <a:pt x="f53" y="f54"/>
                    <a:pt x="f55" y="f56"/>
                    <a:pt x="f57" y="f58"/>
                  </a:cubicBezTo>
                  <a:cubicBezTo>
                    <a:pt x="f59" y="f60"/>
                    <a:pt x="f61" y="f62"/>
                    <a:pt x="f63" y="f64"/>
                  </a:cubicBezTo>
                  <a:cubicBezTo>
                    <a:pt x="f65" y="f66"/>
                    <a:pt x="f67" y="f68"/>
                    <a:pt x="f69" y="f70"/>
                  </a:cubicBezTo>
                  <a:cubicBezTo>
                    <a:pt x="f71" y="f72"/>
                    <a:pt x="f73" y="f74"/>
                    <a:pt x="f75" y="f76"/>
                  </a:cubicBezTo>
                  <a:cubicBezTo>
                    <a:pt x="f77" y="f78"/>
                    <a:pt x="f79" y="f80"/>
                    <a:pt x="f81" y="f82"/>
                  </a:cubicBezTo>
                  <a:cubicBezTo>
                    <a:pt x="f83" y="f84"/>
                    <a:pt x="f85" y="f86"/>
                    <a:pt x="f87" y="f88"/>
                  </a:cubicBezTo>
                  <a:cubicBezTo>
                    <a:pt x="f89" y="f90"/>
                    <a:pt x="f91" y="f92"/>
                    <a:pt x="f93" y="f94"/>
                  </a:cubicBezTo>
                  <a:cubicBezTo>
                    <a:pt x="f95" y="f96"/>
                    <a:pt x="f97" y="f98"/>
                    <a:pt x="f99" y="f100"/>
                  </a:cubicBezTo>
                  <a:cubicBezTo>
                    <a:pt x="f101" y="f102"/>
                    <a:pt x="f103" y="f104"/>
                    <a:pt x="f105" y="f106"/>
                  </a:cubicBezTo>
                  <a:cubicBezTo>
                    <a:pt x="f107" y="f108"/>
                    <a:pt x="f109" y="f110"/>
                    <a:pt x="f111" y="f112"/>
                  </a:cubicBezTo>
                  <a:cubicBezTo>
                    <a:pt x="f113" y="f114"/>
                    <a:pt x="f115" y="f116"/>
                    <a:pt x="f117" y="f118"/>
                  </a:cubicBezTo>
                  <a:cubicBezTo>
                    <a:pt x="f119" y="f120"/>
                    <a:pt x="f121" y="f122"/>
                    <a:pt x="f123" y="f124"/>
                  </a:cubicBezTo>
                  <a:cubicBezTo>
                    <a:pt x="f125" y="f124"/>
                    <a:pt x="f126" y="f127"/>
                    <a:pt x="f128" y="f129"/>
                  </a:cubicBezTo>
                  <a:lnTo>
                    <a:pt x="f130" y="f131"/>
                  </a:lnTo>
                  <a:lnTo>
                    <a:pt x="f132" y="f133"/>
                  </a:lnTo>
                  <a:cubicBezTo>
                    <a:pt x="f134" y="f135"/>
                    <a:pt x="f136" y="f137"/>
                    <a:pt x="f138" y="f139"/>
                  </a:cubicBezTo>
                  <a:cubicBezTo>
                    <a:pt x="f140" y="f141"/>
                    <a:pt x="f142" y="f143"/>
                    <a:pt x="f144" y="f145"/>
                  </a:cubicBezTo>
                  <a:cubicBezTo>
                    <a:pt x="f146" y="f147"/>
                    <a:pt x="f148" y="f149"/>
                    <a:pt x="f150" y="f151"/>
                  </a:cubicBezTo>
                  <a:cubicBezTo>
                    <a:pt x="f152" y="f153"/>
                    <a:pt x="f154" y="f155"/>
                    <a:pt x="f156" y="f157"/>
                  </a:cubicBezTo>
                  <a:cubicBezTo>
                    <a:pt x="f158" y="f159"/>
                    <a:pt x="f160" y="f161"/>
                    <a:pt x="f162" y="f163"/>
                  </a:cubicBezTo>
                  <a:cubicBezTo>
                    <a:pt x="f164" y="f165"/>
                    <a:pt x="f166" y="f167"/>
                    <a:pt x="f168" y="f169"/>
                  </a:cubicBezTo>
                  <a:lnTo>
                    <a:pt x="f6" y="f170"/>
                  </a:lnTo>
                  <a:lnTo>
                    <a:pt x="f6" y="f171"/>
                  </a:lnTo>
                  <a:lnTo>
                    <a:pt x="f172" y="f173"/>
                  </a:lnTo>
                  <a:cubicBezTo>
                    <a:pt x="f174" y="f175"/>
                    <a:pt x="f176" y="f177"/>
                    <a:pt x="f178" y="f179"/>
                  </a:cubicBezTo>
                  <a:cubicBezTo>
                    <a:pt x="f180" y="f181"/>
                    <a:pt x="f182" y="f183"/>
                    <a:pt x="f184" y="f185"/>
                  </a:cubicBezTo>
                  <a:cubicBezTo>
                    <a:pt x="f186" y="f187"/>
                    <a:pt x="f188" y="f189"/>
                    <a:pt x="f190" y="f191"/>
                  </a:cubicBezTo>
                  <a:cubicBezTo>
                    <a:pt x="f192" y="f193"/>
                    <a:pt x="f194" y="f195"/>
                    <a:pt x="f196" y="f197"/>
                  </a:cubicBezTo>
                  <a:cubicBezTo>
                    <a:pt x="f198" y="f199"/>
                    <a:pt x="f200" y="f201"/>
                    <a:pt x="f202" y="f203"/>
                  </a:cubicBezTo>
                  <a:lnTo>
                    <a:pt x="f204" y="f205"/>
                  </a:lnTo>
                  <a:lnTo>
                    <a:pt x="f206" y="f207"/>
                  </a:lnTo>
                  <a:cubicBezTo>
                    <a:pt x="f126" y="f208"/>
                    <a:pt x="f209" y="f210"/>
                    <a:pt x="f211" y="f212"/>
                  </a:cubicBezTo>
                  <a:cubicBezTo>
                    <a:pt x="f213" y="f214"/>
                    <a:pt x="f215" y="f216"/>
                    <a:pt x="f217" y="f218"/>
                  </a:cubicBezTo>
                  <a:cubicBezTo>
                    <a:pt x="f219" y="f220"/>
                    <a:pt x="f221" y="f222"/>
                    <a:pt x="f223" y="f224"/>
                  </a:cubicBezTo>
                  <a:cubicBezTo>
                    <a:pt x="f225" y="f226"/>
                    <a:pt x="f227" y="f228"/>
                    <a:pt x="f229" y="f230"/>
                  </a:cubicBezTo>
                  <a:cubicBezTo>
                    <a:pt x="f231" y="f232"/>
                    <a:pt x="f233" y="f234"/>
                    <a:pt x="f235" y="f236"/>
                  </a:cubicBezTo>
                  <a:cubicBezTo>
                    <a:pt x="f237" y="f238"/>
                    <a:pt x="f239" y="f240"/>
                    <a:pt x="f241" y="f242"/>
                  </a:cubicBezTo>
                  <a:cubicBezTo>
                    <a:pt x="f243" y="f244"/>
                    <a:pt x="f245" y="f246"/>
                    <a:pt x="f247" y="f248"/>
                  </a:cubicBezTo>
                  <a:cubicBezTo>
                    <a:pt x="f249" y="f250"/>
                    <a:pt x="f251" y="f252"/>
                    <a:pt x="f253" y="f254"/>
                  </a:cubicBezTo>
                  <a:cubicBezTo>
                    <a:pt x="f255" y="f256"/>
                    <a:pt x="f257" y="f258"/>
                    <a:pt x="f259" y="f260"/>
                  </a:cubicBezTo>
                  <a:cubicBezTo>
                    <a:pt x="f261" y="f262"/>
                    <a:pt x="f263" y="f264"/>
                    <a:pt x="f265" y="f266"/>
                  </a:cubicBezTo>
                  <a:cubicBezTo>
                    <a:pt x="f267" y="f268"/>
                    <a:pt x="f269" y="f270"/>
                    <a:pt x="f271" y="f272"/>
                  </a:cubicBezTo>
                  <a:cubicBezTo>
                    <a:pt x="f273" y="f274"/>
                    <a:pt x="f275" y="f276"/>
                    <a:pt x="f277" y="f278"/>
                  </a:cubicBezTo>
                  <a:lnTo>
                    <a:pt x="f279" y="f280"/>
                  </a:lnTo>
                  <a:cubicBezTo>
                    <a:pt x="f281" y="f282"/>
                    <a:pt x="f283" y="f284"/>
                    <a:pt x="f285" y="f286"/>
                  </a:cubicBezTo>
                  <a:cubicBezTo>
                    <a:pt x="f287" y="f288"/>
                    <a:pt x="f289" y="f290"/>
                    <a:pt x="f291" y="f292"/>
                  </a:cubicBezTo>
                  <a:cubicBezTo>
                    <a:pt x="f293" y="f294"/>
                    <a:pt x="f295" y="f296"/>
                    <a:pt x="f297" y="f298"/>
                  </a:cubicBezTo>
                  <a:cubicBezTo>
                    <a:pt x="f299" y="f300"/>
                    <a:pt x="f301" y="f302"/>
                    <a:pt x="f303" y="f304"/>
                  </a:cubicBezTo>
                  <a:cubicBezTo>
                    <a:pt x="f305" y="f306"/>
                    <a:pt x="f307" y="f308"/>
                    <a:pt x="f309" y="f310"/>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2" name="Freeform: Shape 19">
              <a:extLst>
                <a:ext uri="{FF2B5EF4-FFF2-40B4-BE49-F238E27FC236}">
                  <a16:creationId xmlns:a16="http://schemas.microsoft.com/office/drawing/2014/main" id="{EA6DBFA4-04FE-6154-7A96-130A28A3369A}"/>
                </a:ext>
              </a:extLst>
            </p:cNvPr>
            <p:cNvSpPr/>
            <p:nvPr/>
          </p:nvSpPr>
          <p:spPr>
            <a:xfrm rot="5399996" flipH="1">
              <a:off x="8450267" y="1039988"/>
              <a:ext cx="4781717" cy="2701741"/>
            </a:xfrm>
            <a:custGeom>
              <a:avLst/>
              <a:gdLst>
                <a:gd name="f0" fmla="val 10800000"/>
                <a:gd name="f1" fmla="val 5400000"/>
                <a:gd name="f2" fmla="val 180"/>
                <a:gd name="f3" fmla="val w"/>
                <a:gd name="f4" fmla="val h"/>
                <a:gd name="f5" fmla="val 0"/>
                <a:gd name="f6" fmla="val 5275533"/>
                <a:gd name="f7" fmla="val 2980757"/>
                <a:gd name="f8" fmla="val 201166"/>
                <a:gd name="f9" fmla="val 206734"/>
                <a:gd name="f10" fmla="val 89286"/>
                <a:gd name="f11" fmla="val 212220"/>
                <a:gd name="f12" fmla="val 135755"/>
                <a:gd name="f13" fmla="val 220465"/>
                <a:gd name="f14" fmla="val 181731"/>
                <a:gd name="f15" fmla="val 232051"/>
                <a:gd name="f16" fmla="val 226897"/>
                <a:gd name="f17" fmla="val 254855"/>
                <a:gd name="f18" fmla="val 317344"/>
                <a:gd name="f19" fmla="val 290287"/>
                <a:gd name="f20" fmla="val 403854"/>
                <a:gd name="f21" fmla="val 332707"/>
                <a:gd name="f22" fmla="val 487120"/>
                <a:gd name="f23" fmla="val 354163"/>
                <a:gd name="f24" fmla="val 528696"/>
                <a:gd name="f25" fmla="val 377948"/>
                <a:gd name="f26" fmla="val 569461"/>
                <a:gd name="f27" fmla="val 402959"/>
                <a:gd name="f28" fmla="val 609647"/>
                <a:gd name="f29" fmla="val 428337"/>
                <a:gd name="f30" fmla="val 649717"/>
                <a:gd name="f31" fmla="val 455433"/>
                <a:gd name="f32" fmla="val 689209"/>
                <a:gd name="f33" fmla="val 483631"/>
                <a:gd name="f34" fmla="val 728236"/>
                <a:gd name="f35" fmla="val 540764"/>
                <a:gd name="f36" fmla="val 806061"/>
                <a:gd name="f37" fmla="val 604271"/>
                <a:gd name="f38" fmla="val 881569"/>
                <a:gd name="f39" fmla="val 669986"/>
                <a:gd name="f40" fmla="val 957424"/>
                <a:gd name="f41" fmla="val 735701"/>
                <a:gd name="f42" fmla="val 1033395"/>
                <a:gd name="f43" fmla="val 804359"/>
                <a:gd name="f44" fmla="val 1109366"/>
                <a:gd name="f45" fmla="val 871667"/>
                <a:gd name="f46" fmla="val 1188348"/>
                <a:gd name="f47" fmla="val 905383"/>
                <a:gd name="f48" fmla="val 1227723"/>
                <a:gd name="f49" fmla="val 938731"/>
                <a:gd name="f50" fmla="val 1268025"/>
                <a:gd name="f51" fmla="val 971956"/>
                <a:gd name="f52" fmla="val 1308905"/>
                <a:gd name="f53" fmla="val 1020139"/>
                <a:gd name="f54" fmla="val 1368084"/>
                <a:gd name="f55" fmla="val 1035954"/>
                <a:gd name="f56" fmla="val 1386962"/>
                <a:gd name="f57" fmla="val 1051035"/>
                <a:gd name="f58" fmla="val 1406302"/>
                <a:gd name="f59" fmla="val 1067340"/>
                <a:gd name="f60" fmla="val 1424715"/>
                <a:gd name="f61" fmla="val 1194602"/>
                <a:gd name="f62" fmla="val 1574573"/>
                <a:gd name="f63" fmla="val 1332652"/>
                <a:gd name="f64" fmla="val 1712503"/>
                <a:gd name="f65" fmla="val 1472909"/>
                <a:gd name="f66" fmla="val 1843252"/>
                <a:gd name="f67" fmla="val 1543406"/>
                <a:gd name="f68" fmla="val 1908337"/>
                <a:gd name="f69" fmla="val 1615128"/>
                <a:gd name="f70" fmla="val 1971221"/>
                <a:gd name="f71" fmla="val 1688567"/>
                <a:gd name="f72" fmla="val 2031559"/>
                <a:gd name="f73" fmla="val 1762006"/>
                <a:gd name="f74" fmla="val 2091895"/>
                <a:gd name="f75" fmla="val 1836793"/>
                <a:gd name="f76" fmla="val 2150263"/>
                <a:gd name="f77" fmla="val 1914401"/>
                <a:gd name="f78" fmla="val 2205156"/>
                <a:gd name="f79" fmla="val 2069003"/>
                <a:gd name="f80" fmla="val 2315176"/>
                <a:gd name="f81" fmla="val 2235742"/>
                <a:gd name="f82" fmla="val 2413498"/>
                <a:gd name="f83" fmla="val 2418909"/>
                <a:gd name="f84" fmla="val 2479741"/>
                <a:gd name="f85" fmla="val 2510249"/>
                <a:gd name="f86" fmla="val 2512863"/>
                <a:gd name="f87" fmla="val 2604898"/>
                <a:gd name="f88" fmla="val 2538225"/>
                <a:gd name="f89" fmla="val 2701141"/>
                <a:gd name="f90" fmla="val 2557333"/>
                <a:gd name="f91" fmla="val 2725293"/>
                <a:gd name="f92" fmla="val 2561850"/>
                <a:gd name="f93" fmla="val 2749201"/>
                <a:gd name="f94" fmla="val 2567062"/>
                <a:gd name="f95" fmla="val 2773475"/>
                <a:gd name="f96" fmla="val 2570999"/>
                <a:gd name="f97" fmla="val 2846424"/>
                <a:gd name="f98" fmla="val 2582465"/>
                <a:gd name="f99" fmla="val 2895343"/>
                <a:gd name="f100" fmla="val 2588602"/>
                <a:gd name="f101" fmla="val 2944261"/>
                <a:gd name="f102" fmla="val 2595088"/>
                <a:gd name="f103" fmla="val 2993669"/>
                <a:gd name="f104" fmla="val 2598909"/>
                <a:gd name="f105" fmla="val 3018313"/>
                <a:gd name="f106" fmla="val 2601110"/>
                <a:gd name="f107" fmla="val 3042956"/>
                <a:gd name="f108" fmla="val 2603195"/>
                <a:gd name="f109" fmla="val 3067721"/>
                <a:gd name="f110" fmla="val 2604237"/>
                <a:gd name="f111" fmla="val 3092487"/>
                <a:gd name="f112" fmla="val 2605394"/>
                <a:gd name="f113" fmla="val 3117130"/>
                <a:gd name="f114" fmla="val 2607247"/>
                <a:gd name="f115" fmla="val 3142019"/>
                <a:gd name="f116" fmla="val 2607943"/>
                <a:gd name="f117" fmla="val 3216561"/>
                <a:gd name="f118" fmla="val 2609564"/>
                <a:gd name="f119" fmla="val 3241326"/>
                <a:gd name="f120" fmla="val 2610142"/>
                <a:gd name="f121" fmla="val 3266337"/>
                <a:gd name="f122" fmla="val 2609333"/>
                <a:gd name="f123" fmla="val 3291225"/>
                <a:gd name="f124" fmla="val 2609217"/>
                <a:gd name="f125" fmla="val 3328619"/>
                <a:gd name="f126" fmla="val 2608869"/>
                <a:gd name="f127" fmla="val 3340757"/>
                <a:gd name="f128" fmla="val 2608522"/>
                <a:gd name="f129" fmla="val 3352649"/>
                <a:gd name="f130" fmla="val 2607827"/>
                <a:gd name="f131" fmla="val 3364665"/>
                <a:gd name="f132" fmla="val 2607363"/>
                <a:gd name="f133" fmla="val 3376679"/>
                <a:gd name="f134" fmla="val 2606784"/>
                <a:gd name="f135" fmla="val 3388695"/>
                <a:gd name="f136" fmla="val 2606438"/>
                <a:gd name="f137" fmla="val 3400587"/>
                <a:gd name="f138" fmla="val 2605627"/>
                <a:gd name="f139" fmla="val 3436387"/>
                <a:gd name="f140" fmla="val 2602847"/>
                <a:gd name="f141" fmla="val 3484079"/>
                <a:gd name="f142" fmla="val 2599257"/>
                <a:gd name="f143" fmla="val 3531404"/>
                <a:gd name="f144" fmla="val 2593235"/>
                <a:gd name="f145" fmla="val 3578361"/>
                <a:gd name="f146" fmla="val 2586286"/>
                <a:gd name="f147" fmla="val 3766310"/>
                <a:gd name="f148" fmla="val 2556871"/>
                <a:gd name="f149" fmla="val 3947025"/>
                <a:gd name="f150" fmla="val 2499314"/>
                <a:gd name="f151" fmla="val 4119159"/>
                <a:gd name="f152" fmla="val 2418594"/>
                <a:gd name="f153" fmla="val 4291907"/>
                <a:gd name="f154" fmla="val 2338801"/>
                <a:gd name="f155" fmla="val 4456317"/>
                <a:gd name="f156" fmla="val 2236657"/>
                <a:gd name="f157" fmla="val 4618765"/>
                <a:gd name="f158" fmla="val 2124668"/>
                <a:gd name="f159" fmla="val 4659346"/>
                <a:gd name="f160" fmla="val 2096759"/>
                <a:gd name="f161" fmla="val 4699682"/>
                <a:gd name="f162" fmla="val 2067575"/>
                <a:gd name="f163" fmla="val 4739895"/>
                <a:gd name="f164" fmla="val 2038275"/>
                <a:gd name="f165" fmla="val 4780355"/>
                <a:gd name="f166" fmla="val 2008976"/>
                <a:gd name="f167" fmla="val 4820691"/>
                <a:gd name="f168" fmla="val 1979212"/>
                <a:gd name="f169" fmla="val 4861027"/>
                <a:gd name="f170" fmla="val 1948986"/>
                <a:gd name="f171" fmla="val 5106354"/>
                <a:gd name="f172" fmla="val 1763690"/>
                <a:gd name="f173" fmla="val 1641017"/>
                <a:gd name="f174" fmla="val 2257481"/>
                <a:gd name="f175" fmla="val 5168881"/>
                <a:gd name="f176" fmla="val 2332084"/>
                <a:gd name="f177" fmla="val 5125235"/>
                <a:gd name="f178" fmla="val 2362079"/>
                <a:gd name="f179" fmla="val 5081099"/>
                <a:gd name="f180" fmla="val 2391958"/>
                <a:gd name="f181" fmla="val 5036225"/>
                <a:gd name="f182" fmla="val 2421489"/>
                <a:gd name="f183" fmla="val 4991231"/>
                <a:gd name="f184" fmla="val 2450790"/>
                <a:gd name="f185" fmla="val 4945867"/>
                <a:gd name="f186" fmla="val 2479857"/>
                <a:gd name="f187" fmla="val 4899401"/>
                <a:gd name="f188" fmla="val 2508347"/>
                <a:gd name="f189" fmla="val 4806959"/>
                <a:gd name="f190" fmla="val 2565440"/>
                <a:gd name="f191" fmla="val 4711574"/>
                <a:gd name="f192" fmla="val 2620798"/>
                <a:gd name="f193" fmla="val 4612145"/>
                <a:gd name="f194" fmla="val 2671407"/>
                <a:gd name="f195" fmla="val 4512836"/>
                <a:gd name="f196" fmla="val 2722247"/>
                <a:gd name="f197" fmla="val 4410095"/>
                <a:gd name="f198" fmla="val 2769496"/>
                <a:gd name="f199" fmla="val 4303187"/>
                <a:gd name="f200" fmla="val 2810030"/>
                <a:gd name="f201" fmla="val 4090349"/>
                <a:gd name="f202" fmla="val 2892256"/>
                <a:gd name="f203" fmla="val 3861694"/>
                <a:gd name="f204" fmla="val 2947728"/>
                <a:gd name="f205" fmla="val 3630835"/>
                <a:gd name="f206" fmla="val 2969500"/>
                <a:gd name="f207" fmla="val 3573089"/>
                <a:gd name="f208" fmla="val 2974712"/>
                <a:gd name="f209" fmla="val 3515343"/>
                <a:gd name="f210" fmla="val 2978649"/>
                <a:gd name="f211" fmla="val 3457719"/>
                <a:gd name="f212" fmla="val 2979808"/>
                <a:gd name="f213" fmla="val 3414441"/>
                <a:gd name="f214" fmla="val 2980733"/>
                <a:gd name="f215" fmla="val 3400097"/>
                <a:gd name="f216" fmla="val 2980850"/>
                <a:gd name="f217" fmla="val 3385630"/>
                <a:gd name="f218" fmla="val 2980502"/>
                <a:gd name="f219" fmla="val 3371285"/>
                <a:gd name="f220" fmla="val 3328252"/>
                <a:gd name="f221" fmla="val 2980039"/>
                <a:gd name="f222" fmla="val 3286445"/>
                <a:gd name="f223" fmla="val 2978534"/>
                <a:gd name="f224" fmla="val 3175121"/>
                <a:gd name="f225" fmla="val 2975174"/>
                <a:gd name="f226" fmla="val 3063553"/>
                <a:gd name="f227" fmla="val 2966837"/>
                <a:gd name="f228" fmla="val 2952475"/>
                <a:gd name="f229" fmla="val 2953402"/>
                <a:gd name="f230" fmla="val 2841275"/>
                <a:gd name="f231" fmla="val 2940664"/>
                <a:gd name="f232" fmla="val 2730319"/>
                <a:gd name="f233" fmla="val 2922365"/>
                <a:gd name="f234" fmla="val 2620591"/>
                <a:gd name="f235" fmla="val 2898046"/>
                <a:gd name="f236" fmla="val 2510984"/>
                <a:gd name="f237" fmla="val 2873494"/>
                <a:gd name="f238" fmla="val 2402235"/>
                <a:gd name="f239" fmla="val 2844426"/>
                <a:gd name="f240" fmla="val 2294591"/>
                <a:gd name="f241" fmla="val 2811305"/>
                <a:gd name="f242" fmla="val 2079669"/>
                <a:gd name="f243" fmla="val 2744483"/>
                <a:gd name="f244" fmla="val 1867198"/>
                <a:gd name="f245" fmla="val 2661331"/>
                <a:gd name="f246" fmla="val 1670544"/>
                <a:gd name="f247" fmla="val 2550501"/>
                <a:gd name="f248" fmla="val 1473767"/>
                <a:gd name="f249" fmla="val 2439903"/>
                <a:gd name="f250" fmla="val 1298079"/>
                <a:gd name="f251" fmla="val 2299657"/>
                <a:gd name="f252" fmla="val 1144703"/>
                <a:gd name="f253" fmla="val 2144472"/>
                <a:gd name="f254" fmla="val 1067586"/>
                <a:gd name="f255" fmla="val 2066996"/>
                <a:gd name="f256" fmla="val 997458"/>
                <a:gd name="f257" fmla="val 1984539"/>
                <a:gd name="f258" fmla="val 931497"/>
                <a:gd name="f259" fmla="val 1900114"/>
                <a:gd name="f260" fmla="val 865906"/>
                <a:gd name="f261" fmla="val 1815342"/>
                <a:gd name="f262" fmla="val 803500"/>
                <a:gd name="f263" fmla="val 1729295"/>
                <a:gd name="f264" fmla="val 745265"/>
                <a:gd name="f265" fmla="val 1641395"/>
                <a:gd name="f266" fmla="val 730307"/>
                <a:gd name="f267" fmla="val 1619623"/>
                <a:gd name="f268" fmla="val 716207"/>
                <a:gd name="f269" fmla="val 1597503"/>
                <a:gd name="f270" fmla="val 701741"/>
                <a:gd name="f271" fmla="val 1575500"/>
                <a:gd name="f272" fmla="val 660178"/>
                <a:gd name="f273" fmla="val 1511573"/>
                <a:gd name="f274" fmla="val 633574"/>
                <a:gd name="f275" fmla="val 1470229"/>
                <a:gd name="f276" fmla="val 605989"/>
                <a:gd name="f277" fmla="val 1429232"/>
                <a:gd name="f278" fmla="val 578158"/>
                <a:gd name="f279" fmla="val 1387656"/>
                <a:gd name="f280" fmla="val 408230"/>
                <a:gd name="f281" fmla="val 1134497"/>
                <a:gd name="f282" fmla="val 351220"/>
                <a:gd name="f283" fmla="val 1048219"/>
                <a:gd name="f284" fmla="val 294945"/>
                <a:gd name="f285" fmla="val 959392"/>
                <a:gd name="f286" fmla="val 242349"/>
                <a:gd name="f287" fmla="val 866860"/>
                <a:gd name="f288" fmla="val 216112"/>
                <a:gd name="f289" fmla="val 820536"/>
                <a:gd name="f290" fmla="val 190734"/>
                <a:gd name="f291" fmla="val 773402"/>
                <a:gd name="f292" fmla="val 167562"/>
                <a:gd name="f293" fmla="val 724994"/>
                <a:gd name="f294" fmla="val 144513"/>
                <a:gd name="f295" fmla="val 676469"/>
                <a:gd name="f296" fmla="val 123057"/>
                <a:gd name="f297" fmla="val 627019"/>
                <a:gd name="f298" fmla="val 104054"/>
                <a:gd name="f299" fmla="val 576525"/>
                <a:gd name="f300" fmla="val 85418"/>
                <a:gd name="f301" fmla="val 525917"/>
                <a:gd name="f302" fmla="val 68867"/>
                <a:gd name="f303" fmla="val 474613"/>
                <a:gd name="f304" fmla="val 55381"/>
                <a:gd name="f305" fmla="val 422499"/>
                <a:gd name="f306" fmla="val 49006"/>
                <a:gd name="f307" fmla="val 396442"/>
                <a:gd name="f308" fmla="val 42508"/>
                <a:gd name="f309" fmla="val 370269"/>
                <a:gd name="f310" fmla="val 37236"/>
                <a:gd name="f311" fmla="val 343980"/>
                <a:gd name="f312" fmla="val 29267"/>
                <a:gd name="f313" fmla="val 304604"/>
                <a:gd name="f314" fmla="val 22646"/>
                <a:gd name="f315" fmla="val 265113"/>
                <a:gd name="f316" fmla="val 14003"/>
                <a:gd name="f317" fmla="val 212420"/>
                <a:gd name="f318" fmla="val 7872"/>
                <a:gd name="f319" fmla="val 159582"/>
                <a:gd name="f320" fmla="val 3903"/>
                <a:gd name="f321" fmla="val 106787"/>
                <a:gd name="f322" fmla="+- 0 0 -90"/>
                <a:gd name="f323" fmla="*/ f3 1 5275533"/>
                <a:gd name="f324" fmla="*/ f4 1 2980757"/>
                <a:gd name="f325" fmla="+- f7 0 f5"/>
                <a:gd name="f326" fmla="+- f6 0 f5"/>
                <a:gd name="f327" fmla="*/ f322 f0 1"/>
                <a:gd name="f328" fmla="*/ f326 1 5275533"/>
                <a:gd name="f329" fmla="*/ f325 1 2980757"/>
                <a:gd name="f330" fmla="*/ 0 f326 1"/>
                <a:gd name="f331" fmla="*/ 0 f325 1"/>
                <a:gd name="f332" fmla="*/ 201166 f326 1"/>
                <a:gd name="f333" fmla="*/ 206734 f326 1"/>
                <a:gd name="f334" fmla="*/ 89286 f325 1"/>
                <a:gd name="f335" fmla="*/ 232051 f326 1"/>
                <a:gd name="f336" fmla="*/ 226897 f325 1"/>
                <a:gd name="f337" fmla="*/ 332707 f326 1"/>
                <a:gd name="f338" fmla="*/ 487120 f325 1"/>
                <a:gd name="f339" fmla="*/ 402959 f326 1"/>
                <a:gd name="f340" fmla="*/ 609647 f325 1"/>
                <a:gd name="f341" fmla="*/ 483631 f326 1"/>
                <a:gd name="f342" fmla="*/ 728236 f325 1"/>
                <a:gd name="f343" fmla="*/ 669986 f326 1"/>
                <a:gd name="f344" fmla="*/ 957424 f325 1"/>
                <a:gd name="f345" fmla="*/ 871667 f326 1"/>
                <a:gd name="f346" fmla="*/ 1188348 f325 1"/>
                <a:gd name="f347" fmla="*/ 971956 f326 1"/>
                <a:gd name="f348" fmla="*/ 1308905 f325 1"/>
                <a:gd name="f349" fmla="*/ 1020139 f326 1"/>
                <a:gd name="f350" fmla="*/ 1368084 f325 1"/>
                <a:gd name="f351" fmla="*/ 1067340 f326 1"/>
                <a:gd name="f352" fmla="*/ 1424715 f325 1"/>
                <a:gd name="f353" fmla="*/ 1472909 f326 1"/>
                <a:gd name="f354" fmla="*/ 1843252 f325 1"/>
                <a:gd name="f355" fmla="*/ 1688567 f326 1"/>
                <a:gd name="f356" fmla="*/ 2031559 f325 1"/>
                <a:gd name="f357" fmla="*/ 1914401 f326 1"/>
                <a:gd name="f358" fmla="*/ 2205156 f325 1"/>
                <a:gd name="f359" fmla="*/ 2418909 f326 1"/>
                <a:gd name="f360" fmla="*/ 2479741 f325 1"/>
                <a:gd name="f361" fmla="*/ 2701141 f326 1"/>
                <a:gd name="f362" fmla="*/ 2557333 f325 1"/>
                <a:gd name="f363" fmla="*/ 2773475 f326 1"/>
                <a:gd name="f364" fmla="*/ 2570999 f325 1"/>
                <a:gd name="f365" fmla="*/ 2846424 f326 1"/>
                <a:gd name="f366" fmla="*/ 2582465 f325 1"/>
                <a:gd name="f367" fmla="*/ 2993669 f326 1"/>
                <a:gd name="f368" fmla="*/ 2598909 f325 1"/>
                <a:gd name="f369" fmla="*/ 3067721 f326 1"/>
                <a:gd name="f370" fmla="*/ 2604237 f325 1"/>
                <a:gd name="f371" fmla="*/ 3142019 f326 1"/>
                <a:gd name="f372" fmla="*/ 2607943 f325 1"/>
                <a:gd name="f373" fmla="*/ 3216561 f326 1"/>
                <a:gd name="f374" fmla="*/ 2609564 f325 1"/>
                <a:gd name="f375" fmla="*/ 3291225 f326 1"/>
                <a:gd name="f376" fmla="*/ 2609217 f325 1"/>
                <a:gd name="f377" fmla="*/ 3328619 f326 1"/>
                <a:gd name="f378" fmla="*/ 2608869 f325 1"/>
                <a:gd name="f379" fmla="*/ 3364665 f326 1"/>
                <a:gd name="f380" fmla="*/ 2607363 f325 1"/>
                <a:gd name="f381" fmla="*/ 3400587 f326 1"/>
                <a:gd name="f382" fmla="*/ 2605627 f325 1"/>
                <a:gd name="f383" fmla="*/ 3436387 f326 1"/>
                <a:gd name="f384" fmla="*/ 2602847 f325 1"/>
                <a:gd name="f385" fmla="*/ 3578361 f326 1"/>
                <a:gd name="f386" fmla="*/ 2586286 f325 1"/>
                <a:gd name="f387" fmla="*/ 4119159 f326 1"/>
                <a:gd name="f388" fmla="*/ 2418594 f325 1"/>
                <a:gd name="f389" fmla="*/ 4618765 f326 1"/>
                <a:gd name="f390" fmla="*/ 2124668 f325 1"/>
                <a:gd name="f391" fmla="*/ 4739895 f326 1"/>
                <a:gd name="f392" fmla="*/ 2038275 f325 1"/>
                <a:gd name="f393" fmla="*/ 4861027 f326 1"/>
                <a:gd name="f394" fmla="*/ 1948986 f325 1"/>
                <a:gd name="f395" fmla="*/ 5106354 f326 1"/>
                <a:gd name="f396" fmla="*/ 1763690 f325 1"/>
                <a:gd name="f397" fmla="*/ 5275533 f326 1"/>
                <a:gd name="f398" fmla="*/ 1641017 f325 1"/>
                <a:gd name="f399" fmla="*/ 2257481 f325 1"/>
                <a:gd name="f400" fmla="*/ 5168881 f326 1"/>
                <a:gd name="f401" fmla="*/ 2332084 f325 1"/>
                <a:gd name="f402" fmla="*/ 5036225 f326 1"/>
                <a:gd name="f403" fmla="*/ 2421489 f325 1"/>
                <a:gd name="f404" fmla="*/ 4899401 f326 1"/>
                <a:gd name="f405" fmla="*/ 2508347 f325 1"/>
                <a:gd name="f406" fmla="*/ 4612145 f326 1"/>
                <a:gd name="f407" fmla="*/ 2671407 f325 1"/>
                <a:gd name="f408" fmla="*/ 4303187 f326 1"/>
                <a:gd name="f409" fmla="*/ 2810030 f325 1"/>
                <a:gd name="f410" fmla="*/ 3630835 f326 1"/>
                <a:gd name="f411" fmla="*/ 2969500 f325 1"/>
                <a:gd name="f412" fmla="*/ 3457719 f326 1"/>
                <a:gd name="f413" fmla="*/ 2979808 f325 1"/>
                <a:gd name="f414" fmla="*/ 3414441 f326 1"/>
                <a:gd name="f415" fmla="*/ 2980733 f325 1"/>
                <a:gd name="f416" fmla="*/ 3371285 f326 1"/>
                <a:gd name="f417" fmla="*/ 2980502 f325 1"/>
                <a:gd name="f418" fmla="*/ 3328252 f326 1"/>
                <a:gd name="f419" fmla="*/ 2980039 f325 1"/>
                <a:gd name="f420" fmla="*/ 3286445 f326 1"/>
                <a:gd name="f421" fmla="*/ 2978534 f325 1"/>
                <a:gd name="f422" fmla="*/ 2952475 f326 1"/>
                <a:gd name="f423" fmla="*/ 2953402 f325 1"/>
                <a:gd name="f424" fmla="*/ 2620591 f326 1"/>
                <a:gd name="f425" fmla="*/ 2898046 f325 1"/>
                <a:gd name="f426" fmla="*/ 2294591 f326 1"/>
                <a:gd name="f427" fmla="*/ 2811305 f325 1"/>
                <a:gd name="f428" fmla="*/ 1670544 f326 1"/>
                <a:gd name="f429" fmla="*/ 2550501 f325 1"/>
                <a:gd name="f430" fmla="*/ 1144703 f326 1"/>
                <a:gd name="f431" fmla="*/ 2144472 f325 1"/>
                <a:gd name="f432" fmla="*/ 931497 f326 1"/>
                <a:gd name="f433" fmla="*/ 1900114 f325 1"/>
                <a:gd name="f434" fmla="*/ 745265 f326 1"/>
                <a:gd name="f435" fmla="*/ 1641395 f325 1"/>
                <a:gd name="f436" fmla="*/ 701741 f326 1"/>
                <a:gd name="f437" fmla="*/ 1575500 f325 1"/>
                <a:gd name="f438" fmla="*/ 660178 f326 1"/>
                <a:gd name="f439" fmla="*/ 1511573 f325 1"/>
                <a:gd name="f440" fmla="*/ 578158 f326 1"/>
                <a:gd name="f441" fmla="*/ 1387656 f325 1"/>
                <a:gd name="f442" fmla="*/ 408230 f326 1"/>
                <a:gd name="f443" fmla="*/ 1134497 f325 1"/>
                <a:gd name="f444" fmla="*/ 242349 f326 1"/>
                <a:gd name="f445" fmla="*/ 866860 f325 1"/>
                <a:gd name="f446" fmla="*/ 167562 f326 1"/>
                <a:gd name="f447" fmla="*/ 724994 f325 1"/>
                <a:gd name="f448" fmla="*/ 104054 f326 1"/>
                <a:gd name="f449" fmla="*/ 576525 f325 1"/>
                <a:gd name="f450" fmla="*/ 55381 f326 1"/>
                <a:gd name="f451" fmla="*/ 422499 f325 1"/>
                <a:gd name="f452" fmla="*/ 37236 f326 1"/>
                <a:gd name="f453" fmla="*/ 343980 f325 1"/>
                <a:gd name="f454" fmla="*/ 29267 f326 1"/>
                <a:gd name="f455" fmla="*/ 304604 f325 1"/>
                <a:gd name="f456" fmla="*/ 22646 f326 1"/>
                <a:gd name="f457" fmla="*/ 265113 f325 1"/>
                <a:gd name="f458" fmla="*/ 3903 f326 1"/>
                <a:gd name="f459" fmla="*/ 106787 f325 1"/>
                <a:gd name="f460" fmla="*/ f327 1 f2"/>
                <a:gd name="f461" fmla="*/ f330 1 5275533"/>
                <a:gd name="f462" fmla="*/ f331 1 2980757"/>
                <a:gd name="f463" fmla="*/ f332 1 5275533"/>
                <a:gd name="f464" fmla="*/ f333 1 5275533"/>
                <a:gd name="f465" fmla="*/ f334 1 2980757"/>
                <a:gd name="f466" fmla="*/ f335 1 5275533"/>
                <a:gd name="f467" fmla="*/ f336 1 2980757"/>
                <a:gd name="f468" fmla="*/ f337 1 5275533"/>
                <a:gd name="f469" fmla="*/ f338 1 2980757"/>
                <a:gd name="f470" fmla="*/ f339 1 5275533"/>
                <a:gd name="f471" fmla="*/ f340 1 2980757"/>
                <a:gd name="f472" fmla="*/ f341 1 5275533"/>
                <a:gd name="f473" fmla="*/ f342 1 2980757"/>
                <a:gd name="f474" fmla="*/ f343 1 5275533"/>
                <a:gd name="f475" fmla="*/ f344 1 2980757"/>
                <a:gd name="f476" fmla="*/ f345 1 5275533"/>
                <a:gd name="f477" fmla="*/ f346 1 2980757"/>
                <a:gd name="f478" fmla="*/ f347 1 5275533"/>
                <a:gd name="f479" fmla="*/ f348 1 2980757"/>
                <a:gd name="f480" fmla="*/ f349 1 5275533"/>
                <a:gd name="f481" fmla="*/ f350 1 2980757"/>
                <a:gd name="f482" fmla="*/ f351 1 5275533"/>
                <a:gd name="f483" fmla="*/ f352 1 2980757"/>
                <a:gd name="f484" fmla="*/ f353 1 5275533"/>
                <a:gd name="f485" fmla="*/ f354 1 2980757"/>
                <a:gd name="f486" fmla="*/ f355 1 5275533"/>
                <a:gd name="f487" fmla="*/ f356 1 2980757"/>
                <a:gd name="f488" fmla="*/ f357 1 5275533"/>
                <a:gd name="f489" fmla="*/ f358 1 2980757"/>
                <a:gd name="f490" fmla="*/ f359 1 5275533"/>
                <a:gd name="f491" fmla="*/ f360 1 2980757"/>
                <a:gd name="f492" fmla="*/ f361 1 5275533"/>
                <a:gd name="f493" fmla="*/ f362 1 2980757"/>
                <a:gd name="f494" fmla="*/ f363 1 5275533"/>
                <a:gd name="f495" fmla="*/ f364 1 2980757"/>
                <a:gd name="f496" fmla="*/ f365 1 5275533"/>
                <a:gd name="f497" fmla="*/ f366 1 2980757"/>
                <a:gd name="f498" fmla="*/ f367 1 5275533"/>
                <a:gd name="f499" fmla="*/ f368 1 2980757"/>
                <a:gd name="f500" fmla="*/ f369 1 5275533"/>
                <a:gd name="f501" fmla="*/ f370 1 2980757"/>
                <a:gd name="f502" fmla="*/ f371 1 5275533"/>
                <a:gd name="f503" fmla="*/ f372 1 2980757"/>
                <a:gd name="f504" fmla="*/ f373 1 5275533"/>
                <a:gd name="f505" fmla="*/ f374 1 2980757"/>
                <a:gd name="f506" fmla="*/ f375 1 5275533"/>
                <a:gd name="f507" fmla="*/ f376 1 2980757"/>
                <a:gd name="f508" fmla="*/ f377 1 5275533"/>
                <a:gd name="f509" fmla="*/ f378 1 2980757"/>
                <a:gd name="f510" fmla="*/ f379 1 5275533"/>
                <a:gd name="f511" fmla="*/ f380 1 2980757"/>
                <a:gd name="f512" fmla="*/ f381 1 5275533"/>
                <a:gd name="f513" fmla="*/ f382 1 2980757"/>
                <a:gd name="f514" fmla="*/ f383 1 5275533"/>
                <a:gd name="f515" fmla="*/ f384 1 2980757"/>
                <a:gd name="f516" fmla="*/ f385 1 5275533"/>
                <a:gd name="f517" fmla="*/ f386 1 2980757"/>
                <a:gd name="f518" fmla="*/ f387 1 5275533"/>
                <a:gd name="f519" fmla="*/ f388 1 2980757"/>
                <a:gd name="f520" fmla="*/ f389 1 5275533"/>
                <a:gd name="f521" fmla="*/ f390 1 2980757"/>
                <a:gd name="f522" fmla="*/ f391 1 5275533"/>
                <a:gd name="f523" fmla="*/ f392 1 2980757"/>
                <a:gd name="f524" fmla="*/ f393 1 5275533"/>
                <a:gd name="f525" fmla="*/ f394 1 2980757"/>
                <a:gd name="f526" fmla="*/ f395 1 5275533"/>
                <a:gd name="f527" fmla="*/ f396 1 2980757"/>
                <a:gd name="f528" fmla="*/ f397 1 5275533"/>
                <a:gd name="f529" fmla="*/ f398 1 2980757"/>
                <a:gd name="f530" fmla="*/ f399 1 2980757"/>
                <a:gd name="f531" fmla="*/ f400 1 5275533"/>
                <a:gd name="f532" fmla="*/ f401 1 2980757"/>
                <a:gd name="f533" fmla="*/ f402 1 5275533"/>
                <a:gd name="f534" fmla="*/ f403 1 2980757"/>
                <a:gd name="f535" fmla="*/ f404 1 5275533"/>
                <a:gd name="f536" fmla="*/ f405 1 2980757"/>
                <a:gd name="f537" fmla="*/ f406 1 5275533"/>
                <a:gd name="f538" fmla="*/ f407 1 2980757"/>
                <a:gd name="f539" fmla="*/ f408 1 5275533"/>
                <a:gd name="f540" fmla="*/ f409 1 2980757"/>
                <a:gd name="f541" fmla="*/ f410 1 5275533"/>
                <a:gd name="f542" fmla="*/ f411 1 2980757"/>
                <a:gd name="f543" fmla="*/ f412 1 5275533"/>
                <a:gd name="f544" fmla="*/ f413 1 2980757"/>
                <a:gd name="f545" fmla="*/ f414 1 5275533"/>
                <a:gd name="f546" fmla="*/ f415 1 2980757"/>
                <a:gd name="f547" fmla="*/ f416 1 5275533"/>
                <a:gd name="f548" fmla="*/ f417 1 2980757"/>
                <a:gd name="f549" fmla="*/ f418 1 5275533"/>
                <a:gd name="f550" fmla="*/ f419 1 2980757"/>
                <a:gd name="f551" fmla="*/ f420 1 5275533"/>
                <a:gd name="f552" fmla="*/ f421 1 2980757"/>
                <a:gd name="f553" fmla="*/ f422 1 5275533"/>
                <a:gd name="f554" fmla="*/ f423 1 2980757"/>
                <a:gd name="f555" fmla="*/ f424 1 5275533"/>
                <a:gd name="f556" fmla="*/ f425 1 2980757"/>
                <a:gd name="f557" fmla="*/ f426 1 5275533"/>
                <a:gd name="f558" fmla="*/ f427 1 2980757"/>
                <a:gd name="f559" fmla="*/ f428 1 5275533"/>
                <a:gd name="f560" fmla="*/ f429 1 2980757"/>
                <a:gd name="f561" fmla="*/ f430 1 5275533"/>
                <a:gd name="f562" fmla="*/ f431 1 2980757"/>
                <a:gd name="f563" fmla="*/ f432 1 5275533"/>
                <a:gd name="f564" fmla="*/ f433 1 2980757"/>
                <a:gd name="f565" fmla="*/ f434 1 5275533"/>
                <a:gd name="f566" fmla="*/ f435 1 2980757"/>
                <a:gd name="f567" fmla="*/ f436 1 5275533"/>
                <a:gd name="f568" fmla="*/ f437 1 2980757"/>
                <a:gd name="f569" fmla="*/ f438 1 5275533"/>
                <a:gd name="f570" fmla="*/ f439 1 2980757"/>
                <a:gd name="f571" fmla="*/ f440 1 5275533"/>
                <a:gd name="f572" fmla="*/ f441 1 2980757"/>
                <a:gd name="f573" fmla="*/ f442 1 5275533"/>
                <a:gd name="f574" fmla="*/ f443 1 2980757"/>
                <a:gd name="f575" fmla="*/ f444 1 5275533"/>
                <a:gd name="f576" fmla="*/ f445 1 2980757"/>
                <a:gd name="f577" fmla="*/ f446 1 5275533"/>
                <a:gd name="f578" fmla="*/ f447 1 2980757"/>
                <a:gd name="f579" fmla="*/ f448 1 5275533"/>
                <a:gd name="f580" fmla="*/ f449 1 2980757"/>
                <a:gd name="f581" fmla="*/ f450 1 5275533"/>
                <a:gd name="f582" fmla="*/ f451 1 2980757"/>
                <a:gd name="f583" fmla="*/ f452 1 5275533"/>
                <a:gd name="f584" fmla="*/ f453 1 2980757"/>
                <a:gd name="f585" fmla="*/ f454 1 5275533"/>
                <a:gd name="f586" fmla="*/ f455 1 2980757"/>
                <a:gd name="f587" fmla="*/ f456 1 5275533"/>
                <a:gd name="f588" fmla="*/ f457 1 2980757"/>
                <a:gd name="f589" fmla="*/ f458 1 5275533"/>
                <a:gd name="f590" fmla="*/ f459 1 2980757"/>
                <a:gd name="f591" fmla="*/ f5 1 f328"/>
                <a:gd name="f592" fmla="*/ f6 1 f328"/>
                <a:gd name="f593" fmla="*/ f5 1 f329"/>
                <a:gd name="f594" fmla="*/ f7 1 f329"/>
                <a:gd name="f595" fmla="+- f460 0 f1"/>
                <a:gd name="f596" fmla="*/ f461 1 f328"/>
                <a:gd name="f597" fmla="*/ f462 1 f329"/>
                <a:gd name="f598" fmla="*/ f463 1 f328"/>
                <a:gd name="f599" fmla="*/ f464 1 f328"/>
                <a:gd name="f600" fmla="*/ f465 1 f329"/>
                <a:gd name="f601" fmla="*/ f466 1 f328"/>
                <a:gd name="f602" fmla="*/ f467 1 f329"/>
                <a:gd name="f603" fmla="*/ f468 1 f328"/>
                <a:gd name="f604" fmla="*/ f469 1 f329"/>
                <a:gd name="f605" fmla="*/ f470 1 f328"/>
                <a:gd name="f606" fmla="*/ f471 1 f329"/>
                <a:gd name="f607" fmla="*/ f472 1 f328"/>
                <a:gd name="f608" fmla="*/ f473 1 f329"/>
                <a:gd name="f609" fmla="*/ f474 1 f328"/>
                <a:gd name="f610" fmla="*/ f475 1 f329"/>
                <a:gd name="f611" fmla="*/ f476 1 f328"/>
                <a:gd name="f612" fmla="*/ f477 1 f329"/>
                <a:gd name="f613" fmla="*/ f478 1 f328"/>
                <a:gd name="f614" fmla="*/ f479 1 f329"/>
                <a:gd name="f615" fmla="*/ f480 1 f328"/>
                <a:gd name="f616" fmla="*/ f481 1 f329"/>
                <a:gd name="f617" fmla="*/ f482 1 f328"/>
                <a:gd name="f618" fmla="*/ f483 1 f329"/>
                <a:gd name="f619" fmla="*/ f484 1 f328"/>
                <a:gd name="f620" fmla="*/ f485 1 f329"/>
                <a:gd name="f621" fmla="*/ f486 1 f328"/>
                <a:gd name="f622" fmla="*/ f487 1 f329"/>
                <a:gd name="f623" fmla="*/ f488 1 f328"/>
                <a:gd name="f624" fmla="*/ f489 1 f329"/>
                <a:gd name="f625" fmla="*/ f490 1 f328"/>
                <a:gd name="f626" fmla="*/ f491 1 f329"/>
                <a:gd name="f627" fmla="*/ f492 1 f328"/>
                <a:gd name="f628" fmla="*/ f493 1 f329"/>
                <a:gd name="f629" fmla="*/ f494 1 f328"/>
                <a:gd name="f630" fmla="*/ f495 1 f329"/>
                <a:gd name="f631" fmla="*/ f496 1 f328"/>
                <a:gd name="f632" fmla="*/ f497 1 f329"/>
                <a:gd name="f633" fmla="*/ f498 1 f328"/>
                <a:gd name="f634" fmla="*/ f499 1 f329"/>
                <a:gd name="f635" fmla="*/ f500 1 f328"/>
                <a:gd name="f636" fmla="*/ f501 1 f329"/>
                <a:gd name="f637" fmla="*/ f502 1 f328"/>
                <a:gd name="f638" fmla="*/ f503 1 f329"/>
                <a:gd name="f639" fmla="*/ f504 1 f328"/>
                <a:gd name="f640" fmla="*/ f505 1 f329"/>
                <a:gd name="f641" fmla="*/ f506 1 f328"/>
                <a:gd name="f642" fmla="*/ f507 1 f329"/>
                <a:gd name="f643" fmla="*/ f508 1 f328"/>
                <a:gd name="f644" fmla="*/ f509 1 f329"/>
                <a:gd name="f645" fmla="*/ f510 1 f328"/>
                <a:gd name="f646" fmla="*/ f511 1 f329"/>
                <a:gd name="f647" fmla="*/ f512 1 f328"/>
                <a:gd name="f648" fmla="*/ f513 1 f329"/>
                <a:gd name="f649" fmla="*/ f514 1 f328"/>
                <a:gd name="f650" fmla="*/ f515 1 f329"/>
                <a:gd name="f651" fmla="*/ f516 1 f328"/>
                <a:gd name="f652" fmla="*/ f517 1 f329"/>
                <a:gd name="f653" fmla="*/ f518 1 f328"/>
                <a:gd name="f654" fmla="*/ f519 1 f329"/>
                <a:gd name="f655" fmla="*/ f520 1 f328"/>
                <a:gd name="f656" fmla="*/ f521 1 f329"/>
                <a:gd name="f657" fmla="*/ f522 1 f328"/>
                <a:gd name="f658" fmla="*/ f523 1 f329"/>
                <a:gd name="f659" fmla="*/ f524 1 f328"/>
                <a:gd name="f660" fmla="*/ f525 1 f329"/>
                <a:gd name="f661" fmla="*/ f526 1 f328"/>
                <a:gd name="f662" fmla="*/ f527 1 f329"/>
                <a:gd name="f663" fmla="*/ f528 1 f328"/>
                <a:gd name="f664" fmla="*/ f529 1 f329"/>
                <a:gd name="f665" fmla="*/ f530 1 f329"/>
                <a:gd name="f666" fmla="*/ f531 1 f328"/>
                <a:gd name="f667" fmla="*/ f532 1 f329"/>
                <a:gd name="f668" fmla="*/ f533 1 f328"/>
                <a:gd name="f669" fmla="*/ f534 1 f329"/>
                <a:gd name="f670" fmla="*/ f535 1 f328"/>
                <a:gd name="f671" fmla="*/ f536 1 f329"/>
                <a:gd name="f672" fmla="*/ f537 1 f328"/>
                <a:gd name="f673" fmla="*/ f538 1 f329"/>
                <a:gd name="f674" fmla="*/ f539 1 f328"/>
                <a:gd name="f675" fmla="*/ f540 1 f329"/>
                <a:gd name="f676" fmla="*/ f541 1 f328"/>
                <a:gd name="f677" fmla="*/ f542 1 f329"/>
                <a:gd name="f678" fmla="*/ f543 1 f328"/>
                <a:gd name="f679" fmla="*/ f544 1 f329"/>
                <a:gd name="f680" fmla="*/ f545 1 f328"/>
                <a:gd name="f681" fmla="*/ f546 1 f329"/>
                <a:gd name="f682" fmla="*/ f547 1 f328"/>
                <a:gd name="f683" fmla="*/ f548 1 f329"/>
                <a:gd name="f684" fmla="*/ f549 1 f328"/>
                <a:gd name="f685" fmla="*/ f550 1 f329"/>
                <a:gd name="f686" fmla="*/ f551 1 f328"/>
                <a:gd name="f687" fmla="*/ f552 1 f329"/>
                <a:gd name="f688" fmla="*/ f553 1 f328"/>
                <a:gd name="f689" fmla="*/ f554 1 f329"/>
                <a:gd name="f690" fmla="*/ f555 1 f328"/>
                <a:gd name="f691" fmla="*/ f556 1 f329"/>
                <a:gd name="f692" fmla="*/ f557 1 f328"/>
                <a:gd name="f693" fmla="*/ f558 1 f329"/>
                <a:gd name="f694" fmla="*/ f559 1 f328"/>
                <a:gd name="f695" fmla="*/ f560 1 f329"/>
                <a:gd name="f696" fmla="*/ f561 1 f328"/>
                <a:gd name="f697" fmla="*/ f562 1 f329"/>
                <a:gd name="f698" fmla="*/ f563 1 f328"/>
                <a:gd name="f699" fmla="*/ f564 1 f329"/>
                <a:gd name="f700" fmla="*/ f565 1 f328"/>
                <a:gd name="f701" fmla="*/ f566 1 f329"/>
                <a:gd name="f702" fmla="*/ f567 1 f328"/>
                <a:gd name="f703" fmla="*/ f568 1 f329"/>
                <a:gd name="f704" fmla="*/ f569 1 f328"/>
                <a:gd name="f705" fmla="*/ f570 1 f329"/>
                <a:gd name="f706" fmla="*/ f571 1 f328"/>
                <a:gd name="f707" fmla="*/ f572 1 f329"/>
                <a:gd name="f708" fmla="*/ f573 1 f328"/>
                <a:gd name="f709" fmla="*/ f574 1 f329"/>
                <a:gd name="f710" fmla="*/ f575 1 f328"/>
                <a:gd name="f711" fmla="*/ f576 1 f329"/>
                <a:gd name="f712" fmla="*/ f577 1 f328"/>
                <a:gd name="f713" fmla="*/ f578 1 f329"/>
                <a:gd name="f714" fmla="*/ f579 1 f328"/>
                <a:gd name="f715" fmla="*/ f580 1 f329"/>
                <a:gd name="f716" fmla="*/ f581 1 f328"/>
                <a:gd name="f717" fmla="*/ f582 1 f329"/>
                <a:gd name="f718" fmla="*/ f583 1 f328"/>
                <a:gd name="f719" fmla="*/ f584 1 f329"/>
                <a:gd name="f720" fmla="*/ f585 1 f328"/>
                <a:gd name="f721" fmla="*/ f586 1 f329"/>
                <a:gd name="f722" fmla="*/ f587 1 f328"/>
                <a:gd name="f723" fmla="*/ f588 1 f329"/>
                <a:gd name="f724" fmla="*/ f589 1 f328"/>
                <a:gd name="f725" fmla="*/ f590 1 f329"/>
                <a:gd name="f726" fmla="*/ f591 f323 1"/>
                <a:gd name="f727" fmla="*/ f592 f323 1"/>
                <a:gd name="f728" fmla="*/ f594 f324 1"/>
                <a:gd name="f729" fmla="*/ f593 f324 1"/>
                <a:gd name="f730" fmla="*/ f596 f323 1"/>
                <a:gd name="f731" fmla="*/ f597 f324 1"/>
                <a:gd name="f732" fmla="*/ f598 f323 1"/>
                <a:gd name="f733" fmla="*/ f599 f323 1"/>
                <a:gd name="f734" fmla="*/ f600 f324 1"/>
                <a:gd name="f735" fmla="*/ f601 f323 1"/>
                <a:gd name="f736" fmla="*/ f602 f324 1"/>
                <a:gd name="f737" fmla="*/ f603 f323 1"/>
                <a:gd name="f738" fmla="*/ f604 f324 1"/>
                <a:gd name="f739" fmla="*/ f605 f323 1"/>
                <a:gd name="f740" fmla="*/ f606 f324 1"/>
                <a:gd name="f741" fmla="*/ f607 f323 1"/>
                <a:gd name="f742" fmla="*/ f608 f324 1"/>
                <a:gd name="f743" fmla="*/ f609 f323 1"/>
                <a:gd name="f744" fmla="*/ f610 f324 1"/>
                <a:gd name="f745" fmla="*/ f611 f323 1"/>
                <a:gd name="f746" fmla="*/ f612 f324 1"/>
                <a:gd name="f747" fmla="*/ f613 f323 1"/>
                <a:gd name="f748" fmla="*/ f614 f324 1"/>
                <a:gd name="f749" fmla="*/ f615 f323 1"/>
                <a:gd name="f750" fmla="*/ f616 f324 1"/>
                <a:gd name="f751" fmla="*/ f617 f323 1"/>
                <a:gd name="f752" fmla="*/ f618 f324 1"/>
                <a:gd name="f753" fmla="*/ f619 f323 1"/>
                <a:gd name="f754" fmla="*/ f620 f324 1"/>
                <a:gd name="f755" fmla="*/ f621 f323 1"/>
                <a:gd name="f756" fmla="*/ f622 f324 1"/>
                <a:gd name="f757" fmla="*/ f623 f323 1"/>
                <a:gd name="f758" fmla="*/ f624 f324 1"/>
                <a:gd name="f759" fmla="*/ f625 f323 1"/>
                <a:gd name="f760" fmla="*/ f626 f324 1"/>
                <a:gd name="f761" fmla="*/ f627 f323 1"/>
                <a:gd name="f762" fmla="*/ f628 f324 1"/>
                <a:gd name="f763" fmla="*/ f629 f323 1"/>
                <a:gd name="f764" fmla="*/ f630 f324 1"/>
                <a:gd name="f765" fmla="*/ f631 f323 1"/>
                <a:gd name="f766" fmla="*/ f632 f324 1"/>
                <a:gd name="f767" fmla="*/ f633 f323 1"/>
                <a:gd name="f768" fmla="*/ f634 f324 1"/>
                <a:gd name="f769" fmla="*/ f635 f323 1"/>
                <a:gd name="f770" fmla="*/ f636 f324 1"/>
                <a:gd name="f771" fmla="*/ f637 f323 1"/>
                <a:gd name="f772" fmla="*/ f638 f324 1"/>
                <a:gd name="f773" fmla="*/ f639 f323 1"/>
                <a:gd name="f774" fmla="*/ f640 f324 1"/>
                <a:gd name="f775" fmla="*/ f641 f323 1"/>
                <a:gd name="f776" fmla="*/ f642 f324 1"/>
                <a:gd name="f777" fmla="*/ f643 f323 1"/>
                <a:gd name="f778" fmla="*/ f644 f324 1"/>
                <a:gd name="f779" fmla="*/ f645 f323 1"/>
                <a:gd name="f780" fmla="*/ f646 f324 1"/>
                <a:gd name="f781" fmla="*/ f647 f323 1"/>
                <a:gd name="f782" fmla="*/ f648 f324 1"/>
                <a:gd name="f783" fmla="*/ f649 f323 1"/>
                <a:gd name="f784" fmla="*/ f650 f324 1"/>
                <a:gd name="f785" fmla="*/ f651 f323 1"/>
                <a:gd name="f786" fmla="*/ f652 f324 1"/>
                <a:gd name="f787" fmla="*/ f653 f323 1"/>
                <a:gd name="f788" fmla="*/ f654 f324 1"/>
                <a:gd name="f789" fmla="*/ f655 f323 1"/>
                <a:gd name="f790" fmla="*/ f656 f324 1"/>
                <a:gd name="f791" fmla="*/ f657 f323 1"/>
                <a:gd name="f792" fmla="*/ f658 f324 1"/>
                <a:gd name="f793" fmla="*/ f659 f323 1"/>
                <a:gd name="f794" fmla="*/ f660 f324 1"/>
                <a:gd name="f795" fmla="*/ f661 f323 1"/>
                <a:gd name="f796" fmla="*/ f662 f324 1"/>
                <a:gd name="f797" fmla="*/ f663 f323 1"/>
                <a:gd name="f798" fmla="*/ f664 f324 1"/>
                <a:gd name="f799" fmla="*/ f665 f324 1"/>
                <a:gd name="f800" fmla="*/ f666 f323 1"/>
                <a:gd name="f801" fmla="*/ f667 f324 1"/>
                <a:gd name="f802" fmla="*/ f668 f323 1"/>
                <a:gd name="f803" fmla="*/ f669 f324 1"/>
                <a:gd name="f804" fmla="*/ f670 f323 1"/>
                <a:gd name="f805" fmla="*/ f671 f324 1"/>
                <a:gd name="f806" fmla="*/ f672 f323 1"/>
                <a:gd name="f807" fmla="*/ f673 f324 1"/>
                <a:gd name="f808" fmla="*/ f674 f323 1"/>
                <a:gd name="f809" fmla="*/ f675 f324 1"/>
                <a:gd name="f810" fmla="*/ f676 f323 1"/>
                <a:gd name="f811" fmla="*/ f677 f324 1"/>
                <a:gd name="f812" fmla="*/ f678 f323 1"/>
                <a:gd name="f813" fmla="*/ f679 f324 1"/>
                <a:gd name="f814" fmla="*/ f680 f323 1"/>
                <a:gd name="f815" fmla="*/ f681 f324 1"/>
                <a:gd name="f816" fmla="*/ f682 f323 1"/>
                <a:gd name="f817" fmla="*/ f683 f324 1"/>
                <a:gd name="f818" fmla="*/ f684 f323 1"/>
                <a:gd name="f819" fmla="*/ f685 f324 1"/>
                <a:gd name="f820" fmla="*/ f686 f323 1"/>
                <a:gd name="f821" fmla="*/ f687 f324 1"/>
                <a:gd name="f822" fmla="*/ f688 f323 1"/>
                <a:gd name="f823" fmla="*/ f689 f324 1"/>
                <a:gd name="f824" fmla="*/ f690 f323 1"/>
                <a:gd name="f825" fmla="*/ f691 f324 1"/>
                <a:gd name="f826" fmla="*/ f692 f323 1"/>
                <a:gd name="f827" fmla="*/ f693 f324 1"/>
                <a:gd name="f828" fmla="*/ f694 f323 1"/>
                <a:gd name="f829" fmla="*/ f695 f324 1"/>
                <a:gd name="f830" fmla="*/ f696 f323 1"/>
                <a:gd name="f831" fmla="*/ f697 f324 1"/>
                <a:gd name="f832" fmla="*/ f698 f323 1"/>
                <a:gd name="f833" fmla="*/ f699 f324 1"/>
                <a:gd name="f834" fmla="*/ f700 f323 1"/>
                <a:gd name="f835" fmla="*/ f701 f324 1"/>
                <a:gd name="f836" fmla="*/ f702 f323 1"/>
                <a:gd name="f837" fmla="*/ f703 f324 1"/>
                <a:gd name="f838" fmla="*/ f704 f323 1"/>
                <a:gd name="f839" fmla="*/ f705 f324 1"/>
                <a:gd name="f840" fmla="*/ f706 f323 1"/>
                <a:gd name="f841" fmla="*/ f707 f324 1"/>
                <a:gd name="f842" fmla="*/ f708 f323 1"/>
                <a:gd name="f843" fmla="*/ f709 f324 1"/>
                <a:gd name="f844" fmla="*/ f710 f323 1"/>
                <a:gd name="f845" fmla="*/ f711 f324 1"/>
                <a:gd name="f846" fmla="*/ f712 f323 1"/>
                <a:gd name="f847" fmla="*/ f713 f324 1"/>
                <a:gd name="f848" fmla="*/ f714 f323 1"/>
                <a:gd name="f849" fmla="*/ f715 f324 1"/>
                <a:gd name="f850" fmla="*/ f716 f323 1"/>
                <a:gd name="f851" fmla="*/ f717 f324 1"/>
                <a:gd name="f852" fmla="*/ f718 f323 1"/>
                <a:gd name="f853" fmla="*/ f719 f324 1"/>
                <a:gd name="f854" fmla="*/ f720 f323 1"/>
                <a:gd name="f855" fmla="*/ f721 f324 1"/>
                <a:gd name="f856" fmla="*/ f722 f323 1"/>
                <a:gd name="f857" fmla="*/ f723 f324 1"/>
                <a:gd name="f858" fmla="*/ f724 f323 1"/>
                <a:gd name="f859" fmla="*/ f725 f324 1"/>
              </a:gdLst>
              <a:ahLst/>
              <a:cxnLst>
                <a:cxn ang="3cd4">
                  <a:pos x="hc" y="t"/>
                </a:cxn>
                <a:cxn ang="0">
                  <a:pos x="r" y="vc"/>
                </a:cxn>
                <a:cxn ang="cd4">
                  <a:pos x="hc" y="b"/>
                </a:cxn>
                <a:cxn ang="cd2">
                  <a:pos x="l" y="vc"/>
                </a:cxn>
                <a:cxn ang="f595">
                  <a:pos x="f730" y="f731"/>
                </a:cxn>
                <a:cxn ang="f595">
                  <a:pos x="f732" y="f731"/>
                </a:cxn>
                <a:cxn ang="f595">
                  <a:pos x="f733" y="f734"/>
                </a:cxn>
                <a:cxn ang="f595">
                  <a:pos x="f735" y="f736"/>
                </a:cxn>
                <a:cxn ang="f595">
                  <a:pos x="f737" y="f738"/>
                </a:cxn>
                <a:cxn ang="f595">
                  <a:pos x="f739" y="f740"/>
                </a:cxn>
                <a:cxn ang="f595">
                  <a:pos x="f741" y="f742"/>
                </a:cxn>
                <a:cxn ang="f595">
                  <a:pos x="f743" y="f744"/>
                </a:cxn>
                <a:cxn ang="f595">
                  <a:pos x="f745" y="f746"/>
                </a:cxn>
                <a:cxn ang="f595">
                  <a:pos x="f747" y="f748"/>
                </a:cxn>
                <a:cxn ang="f595">
                  <a:pos x="f749" y="f750"/>
                </a:cxn>
                <a:cxn ang="f595">
                  <a:pos x="f751" y="f752"/>
                </a:cxn>
                <a:cxn ang="f595">
                  <a:pos x="f753" y="f754"/>
                </a:cxn>
                <a:cxn ang="f595">
                  <a:pos x="f755" y="f756"/>
                </a:cxn>
                <a:cxn ang="f595">
                  <a:pos x="f757" y="f758"/>
                </a:cxn>
                <a:cxn ang="f595">
                  <a:pos x="f759" y="f760"/>
                </a:cxn>
                <a:cxn ang="f595">
                  <a:pos x="f761" y="f762"/>
                </a:cxn>
                <a:cxn ang="f595">
                  <a:pos x="f763" y="f764"/>
                </a:cxn>
                <a:cxn ang="f595">
                  <a:pos x="f765" y="f766"/>
                </a:cxn>
                <a:cxn ang="f595">
                  <a:pos x="f767" y="f768"/>
                </a:cxn>
                <a:cxn ang="f595">
                  <a:pos x="f769" y="f770"/>
                </a:cxn>
                <a:cxn ang="f595">
                  <a:pos x="f771" y="f772"/>
                </a:cxn>
                <a:cxn ang="f595">
                  <a:pos x="f773" y="f774"/>
                </a:cxn>
                <a:cxn ang="f595">
                  <a:pos x="f775" y="f776"/>
                </a:cxn>
                <a:cxn ang="f595">
                  <a:pos x="f777" y="f778"/>
                </a:cxn>
                <a:cxn ang="f595">
                  <a:pos x="f779" y="f780"/>
                </a:cxn>
                <a:cxn ang="f595">
                  <a:pos x="f781" y="f782"/>
                </a:cxn>
                <a:cxn ang="f595">
                  <a:pos x="f783" y="f784"/>
                </a:cxn>
                <a:cxn ang="f595">
                  <a:pos x="f785" y="f786"/>
                </a:cxn>
                <a:cxn ang="f595">
                  <a:pos x="f787" y="f788"/>
                </a:cxn>
                <a:cxn ang="f595">
                  <a:pos x="f789" y="f790"/>
                </a:cxn>
                <a:cxn ang="f595">
                  <a:pos x="f791" y="f792"/>
                </a:cxn>
                <a:cxn ang="f595">
                  <a:pos x="f793" y="f794"/>
                </a:cxn>
                <a:cxn ang="f595">
                  <a:pos x="f795" y="f796"/>
                </a:cxn>
                <a:cxn ang="f595">
                  <a:pos x="f797" y="f798"/>
                </a:cxn>
                <a:cxn ang="f595">
                  <a:pos x="f797" y="f799"/>
                </a:cxn>
                <a:cxn ang="f595">
                  <a:pos x="f800" y="f801"/>
                </a:cxn>
                <a:cxn ang="f595">
                  <a:pos x="f802" y="f803"/>
                </a:cxn>
                <a:cxn ang="f595">
                  <a:pos x="f804" y="f805"/>
                </a:cxn>
                <a:cxn ang="f595">
                  <a:pos x="f806" y="f807"/>
                </a:cxn>
                <a:cxn ang="f595">
                  <a:pos x="f808" y="f809"/>
                </a:cxn>
                <a:cxn ang="f595">
                  <a:pos x="f810" y="f811"/>
                </a:cxn>
                <a:cxn ang="f595">
                  <a:pos x="f812" y="f813"/>
                </a:cxn>
                <a:cxn ang="f595">
                  <a:pos x="f814" y="f815"/>
                </a:cxn>
                <a:cxn ang="f595">
                  <a:pos x="f816" y="f817"/>
                </a:cxn>
                <a:cxn ang="f595">
                  <a:pos x="f818" y="f819"/>
                </a:cxn>
                <a:cxn ang="f595">
                  <a:pos x="f820" y="f821"/>
                </a:cxn>
                <a:cxn ang="f595">
                  <a:pos x="f822" y="f823"/>
                </a:cxn>
                <a:cxn ang="f595">
                  <a:pos x="f824" y="f825"/>
                </a:cxn>
                <a:cxn ang="f595">
                  <a:pos x="f826" y="f827"/>
                </a:cxn>
                <a:cxn ang="f595">
                  <a:pos x="f828" y="f829"/>
                </a:cxn>
                <a:cxn ang="f595">
                  <a:pos x="f830" y="f831"/>
                </a:cxn>
                <a:cxn ang="f595">
                  <a:pos x="f832" y="f833"/>
                </a:cxn>
                <a:cxn ang="f595">
                  <a:pos x="f834" y="f835"/>
                </a:cxn>
                <a:cxn ang="f595">
                  <a:pos x="f836" y="f837"/>
                </a:cxn>
                <a:cxn ang="f595">
                  <a:pos x="f838" y="f839"/>
                </a:cxn>
                <a:cxn ang="f595">
                  <a:pos x="f840" y="f841"/>
                </a:cxn>
                <a:cxn ang="f595">
                  <a:pos x="f842" y="f843"/>
                </a:cxn>
                <a:cxn ang="f595">
                  <a:pos x="f844" y="f845"/>
                </a:cxn>
                <a:cxn ang="f595">
                  <a:pos x="f846" y="f847"/>
                </a:cxn>
                <a:cxn ang="f595">
                  <a:pos x="f848" y="f849"/>
                </a:cxn>
                <a:cxn ang="f595">
                  <a:pos x="f850" y="f851"/>
                </a:cxn>
                <a:cxn ang="f595">
                  <a:pos x="f852" y="f853"/>
                </a:cxn>
                <a:cxn ang="f595">
                  <a:pos x="f854" y="f855"/>
                </a:cxn>
                <a:cxn ang="f595">
                  <a:pos x="f856" y="f857"/>
                </a:cxn>
                <a:cxn ang="f595">
                  <a:pos x="f858" y="f859"/>
                </a:cxn>
              </a:cxnLst>
              <a:rect l="f726" t="f729" r="f727" b="f728"/>
              <a:pathLst>
                <a:path w="5275533" h="2980757">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4"/>
                  </a:cubicBezTo>
                  <a:cubicBezTo>
                    <a:pt x="f35" y="f36"/>
                    <a:pt x="f37" y="f38"/>
                    <a:pt x="f39" y="f40"/>
                  </a:cubicBezTo>
                  <a:cubicBezTo>
                    <a:pt x="f41" y="f42"/>
                    <a:pt x="f43" y="f44"/>
                    <a:pt x="f45" y="f46"/>
                  </a:cubicBezTo>
                  <a:cubicBezTo>
                    <a:pt x="f47" y="f48"/>
                    <a:pt x="f49" y="f50"/>
                    <a:pt x="f51" y="f52"/>
                  </a:cubicBezTo>
                  <a:lnTo>
                    <a:pt x="f53" y="f54"/>
                  </a:lnTo>
                  <a:cubicBezTo>
                    <a:pt x="f55" y="f56"/>
                    <a:pt x="f57" y="f58"/>
                    <a:pt x="f59" y="f60"/>
                  </a:cubicBezTo>
                  <a:cubicBezTo>
                    <a:pt x="f61" y="f62"/>
                    <a:pt x="f63" y="f64"/>
                    <a:pt x="f65" y="f66"/>
                  </a:cubicBezTo>
                  <a:cubicBezTo>
                    <a:pt x="f67" y="f68"/>
                    <a:pt x="f69" y="f70"/>
                    <a:pt x="f71" y="f72"/>
                  </a:cubicBezTo>
                  <a:cubicBezTo>
                    <a:pt x="f73" y="f74"/>
                    <a:pt x="f75" y="f76"/>
                    <a:pt x="f77" y="f78"/>
                  </a:cubicBezTo>
                  <a:cubicBezTo>
                    <a:pt x="f79" y="f80"/>
                    <a:pt x="f81" y="f82"/>
                    <a:pt x="f83" y="f84"/>
                  </a:cubicBezTo>
                  <a:cubicBezTo>
                    <a:pt x="f85" y="f86"/>
                    <a:pt x="f87" y="f88"/>
                    <a:pt x="f89" y="f90"/>
                  </a:cubicBezTo>
                  <a:cubicBezTo>
                    <a:pt x="f91" y="f92"/>
                    <a:pt x="f93" y="f94"/>
                    <a:pt x="f95" y="f96"/>
                  </a:cubicBezTo>
                  <a:lnTo>
                    <a:pt x="f97" y="f98"/>
                  </a:lnTo>
                  <a:cubicBezTo>
                    <a:pt x="f99" y="f100"/>
                    <a:pt x="f101" y="f102"/>
                    <a:pt x="f103" y="f104"/>
                  </a:cubicBezTo>
                  <a:cubicBezTo>
                    <a:pt x="f105" y="f106"/>
                    <a:pt x="f107" y="f108"/>
                    <a:pt x="f109" y="f110"/>
                  </a:cubicBezTo>
                  <a:cubicBezTo>
                    <a:pt x="f111" y="f112"/>
                    <a:pt x="f113" y="f114"/>
                    <a:pt x="f115" y="f116"/>
                  </a:cubicBezTo>
                  <a:lnTo>
                    <a:pt x="f117" y="f118"/>
                  </a:lnTo>
                  <a:cubicBezTo>
                    <a:pt x="f119" y="f120"/>
                    <a:pt x="f121" y="f122"/>
                    <a:pt x="f123" y="f124"/>
                  </a:cubicBezTo>
                  <a:lnTo>
                    <a:pt x="f125" y="f126"/>
                  </a:lnTo>
                  <a:cubicBezTo>
                    <a:pt x="f127" y="f128"/>
                    <a:pt x="f129" y="f130"/>
                    <a:pt x="f131" y="f132"/>
                  </a:cubicBezTo>
                  <a:cubicBezTo>
                    <a:pt x="f133" y="f134"/>
                    <a:pt x="f135" y="f136"/>
                    <a:pt x="f137" y="f138"/>
                  </a:cubicBezTo>
                  <a:lnTo>
                    <a:pt x="f139" y="f140"/>
                  </a:lnTo>
                  <a:cubicBezTo>
                    <a:pt x="f141" y="f142"/>
                    <a:pt x="f143" y="f144"/>
                    <a:pt x="f145" y="f146"/>
                  </a:cubicBezTo>
                  <a:cubicBezTo>
                    <a:pt x="f147" y="f148"/>
                    <a:pt x="f149" y="f150"/>
                    <a:pt x="f151" y="f152"/>
                  </a:cubicBezTo>
                  <a:cubicBezTo>
                    <a:pt x="f153" y="f154"/>
                    <a:pt x="f155" y="f156"/>
                    <a:pt x="f157" y="f158"/>
                  </a:cubicBezTo>
                  <a:cubicBezTo>
                    <a:pt x="f159" y="f160"/>
                    <a:pt x="f161" y="f162"/>
                    <a:pt x="f163" y="f164"/>
                  </a:cubicBezTo>
                  <a:cubicBezTo>
                    <a:pt x="f165" y="f166"/>
                    <a:pt x="f167" y="f168"/>
                    <a:pt x="f169" y="f170"/>
                  </a:cubicBezTo>
                  <a:lnTo>
                    <a:pt x="f171" y="f172"/>
                  </a:lnTo>
                  <a:lnTo>
                    <a:pt x="f6" y="f173"/>
                  </a:lnTo>
                  <a:lnTo>
                    <a:pt x="f6" y="f174"/>
                  </a:lnTo>
                  <a:lnTo>
                    <a:pt x="f175" y="f176"/>
                  </a:lnTo>
                  <a:cubicBezTo>
                    <a:pt x="f177" y="f178"/>
                    <a:pt x="f179" y="f180"/>
                    <a:pt x="f181" y="f182"/>
                  </a:cubicBezTo>
                  <a:cubicBezTo>
                    <a:pt x="f183" y="f184"/>
                    <a:pt x="f185" y="f186"/>
                    <a:pt x="f187" y="f188"/>
                  </a:cubicBezTo>
                  <a:cubicBezTo>
                    <a:pt x="f189" y="f190"/>
                    <a:pt x="f191" y="f192"/>
                    <a:pt x="f193" y="f194"/>
                  </a:cubicBezTo>
                  <a:cubicBezTo>
                    <a:pt x="f195" y="f196"/>
                    <a:pt x="f197" y="f198"/>
                    <a:pt x="f199" y="f200"/>
                  </a:cubicBezTo>
                  <a:cubicBezTo>
                    <a:pt x="f201" y="f202"/>
                    <a:pt x="f203" y="f204"/>
                    <a:pt x="f205" y="f206"/>
                  </a:cubicBezTo>
                  <a:cubicBezTo>
                    <a:pt x="f207" y="f208"/>
                    <a:pt x="f209" y="f210"/>
                    <a:pt x="f211" y="f212"/>
                  </a:cubicBezTo>
                  <a:lnTo>
                    <a:pt x="f213" y="f214"/>
                  </a:lnTo>
                  <a:cubicBezTo>
                    <a:pt x="f215" y="f216"/>
                    <a:pt x="f217" y="f218"/>
                    <a:pt x="f219" y="f218"/>
                  </a:cubicBezTo>
                  <a:lnTo>
                    <a:pt x="f220" y="f221"/>
                  </a:lnTo>
                  <a:lnTo>
                    <a:pt x="f222" y="f223"/>
                  </a:lnTo>
                  <a:cubicBezTo>
                    <a:pt x="f224" y="f225"/>
                    <a:pt x="f226" y="f227"/>
                    <a:pt x="f228" y="f229"/>
                  </a:cubicBezTo>
                  <a:cubicBezTo>
                    <a:pt x="f230" y="f231"/>
                    <a:pt x="f232" y="f233"/>
                    <a:pt x="f234" y="f235"/>
                  </a:cubicBezTo>
                  <a:cubicBezTo>
                    <a:pt x="f236" y="f237"/>
                    <a:pt x="f238" y="f239"/>
                    <a:pt x="f240" y="f241"/>
                  </a:cubicBezTo>
                  <a:cubicBezTo>
                    <a:pt x="f242" y="f243"/>
                    <a:pt x="f244" y="f245"/>
                    <a:pt x="f246" y="f247"/>
                  </a:cubicBezTo>
                  <a:cubicBezTo>
                    <a:pt x="f248" y="f249"/>
                    <a:pt x="f250" y="f251"/>
                    <a:pt x="f252" y="f253"/>
                  </a:cubicBezTo>
                  <a:cubicBezTo>
                    <a:pt x="f254" y="f255"/>
                    <a:pt x="f256" y="f257"/>
                    <a:pt x="f258" y="f259"/>
                  </a:cubicBezTo>
                  <a:cubicBezTo>
                    <a:pt x="f260" y="f261"/>
                    <a:pt x="f262" y="f263"/>
                    <a:pt x="f264" y="f265"/>
                  </a:cubicBezTo>
                  <a:cubicBezTo>
                    <a:pt x="f266" y="f267"/>
                    <a:pt x="f268" y="f269"/>
                    <a:pt x="f270" y="f271"/>
                  </a:cubicBezTo>
                  <a:lnTo>
                    <a:pt x="f272" y="f273"/>
                  </a:lnTo>
                  <a:cubicBezTo>
                    <a:pt x="f274" y="f275"/>
                    <a:pt x="f276" y="f277"/>
                    <a:pt x="f278" y="f279"/>
                  </a:cubicBezTo>
                  <a:lnTo>
                    <a:pt x="f280" y="f281"/>
                  </a:lnTo>
                  <a:cubicBezTo>
                    <a:pt x="f282" y="f283"/>
                    <a:pt x="f284" y="f285"/>
                    <a:pt x="f286" y="f287"/>
                  </a:cubicBezTo>
                  <a:cubicBezTo>
                    <a:pt x="f288" y="f289"/>
                    <a:pt x="f290" y="f291"/>
                    <a:pt x="f292" y="f293"/>
                  </a:cubicBezTo>
                  <a:cubicBezTo>
                    <a:pt x="f294" y="f295"/>
                    <a:pt x="f296" y="f297"/>
                    <a:pt x="f298" y="f299"/>
                  </a:cubicBezTo>
                  <a:cubicBezTo>
                    <a:pt x="f300" y="f301"/>
                    <a:pt x="f302" y="f303"/>
                    <a:pt x="f304" y="f305"/>
                  </a:cubicBezTo>
                  <a:cubicBezTo>
                    <a:pt x="f306" y="f307"/>
                    <a:pt x="f308" y="f309"/>
                    <a:pt x="f310" y="f311"/>
                  </a:cubicBezTo>
                  <a:lnTo>
                    <a:pt x="f312" y="f313"/>
                  </a:lnTo>
                  <a:lnTo>
                    <a:pt x="f314" y="f315"/>
                  </a:lnTo>
                  <a:cubicBezTo>
                    <a:pt x="f316" y="f317"/>
                    <a:pt x="f318" y="f319"/>
                    <a:pt x="f320" y="f321"/>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3" name="Freeform: Shape 20">
              <a:extLst>
                <a:ext uri="{FF2B5EF4-FFF2-40B4-BE49-F238E27FC236}">
                  <a16:creationId xmlns:a16="http://schemas.microsoft.com/office/drawing/2014/main" id="{248C6665-69FB-8C00-CFCE-01D7F066BEB6}"/>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613805"/>
                <a:gd name="f9" fmla="val 618487"/>
                <a:gd name="f10" fmla="val 85404"/>
                <a:gd name="f11" fmla="val 650052"/>
                <a:gd name="f12" fmla="val 360109"/>
                <a:gd name="f13" fmla="val 792650"/>
                <a:gd name="f14" fmla="val 556543"/>
                <a:gd name="f15" fmla="val 1054084"/>
                <a:gd name="f16" fmla="val 895200"/>
                <a:gd name="f17" fmla="val 1126174"/>
                <a:gd name="f18" fmla="val 988542"/>
                <a:gd name="f19" fmla="val 1200716"/>
                <a:gd name="f20" fmla="val 1085128"/>
                <a:gd name="f21" fmla="val 1276976"/>
                <a:gd name="f22" fmla="val 1191325"/>
                <a:gd name="f23" fmla="val 1859704"/>
                <a:gd name="f24" fmla="val 2002688"/>
                <a:gd name="f25" fmla="val 2485223"/>
                <a:gd name="f26" fmla="val 2348843"/>
                <a:gd name="f27" fmla="val 3368450"/>
                <a:gd name="f28" fmla="val 3948114"/>
                <a:gd name="f29" fmla="val 4373422"/>
                <a:gd name="f30" fmla="val 2066846"/>
                <a:gd name="f31" fmla="val 4956151"/>
                <a:gd name="f32" fmla="val 1636730"/>
                <a:gd name="f33" fmla="val 5021253"/>
                <a:gd name="f34" fmla="val 1588668"/>
                <a:gd name="f35" fmla="val 5086356"/>
                <a:gd name="f36" fmla="val 1541186"/>
                <a:gd name="f37" fmla="val 5149372"/>
                <a:gd name="f38" fmla="val 1495325"/>
                <a:gd name="f39" fmla="val 1406110"/>
                <a:gd name="f40" fmla="val 2138641"/>
                <a:gd name="f41" fmla="val 5112925"/>
                <a:gd name="f42" fmla="val 2253730"/>
                <a:gd name="f43" fmla="val 4598179"/>
                <a:gd name="f44" fmla="val 2621786"/>
                <a:gd name="f45" fmla="val 4074961"/>
                <a:gd name="f46" fmla="val 3368327"/>
                <a:gd name="f47" fmla="val 2170746"/>
                <a:gd name="f48" fmla="val 1393203"/>
                <a:gd name="f49" fmla="val 2384512"/>
                <a:gd name="f50" fmla="val 769646"/>
                <a:gd name="f51" fmla="val 1516288"/>
                <a:gd name="f52" fmla="val 418850"/>
                <a:gd name="f53" fmla="val 1027932"/>
                <a:gd name="f54" fmla="val 48120"/>
                <a:gd name="f55" fmla="val 683401"/>
                <a:gd name="f56" fmla="val 3149"/>
                <a:gd name="f57" fmla="val 85252"/>
                <a:gd name="f58" fmla="+- 0 0 -90"/>
                <a:gd name="f59" fmla="*/ f3 1 5270786"/>
                <a:gd name="f60" fmla="*/ f4 1 2927775"/>
                <a:gd name="f61" fmla="+- f7 0 f5"/>
                <a:gd name="f62" fmla="+- f6 0 f5"/>
                <a:gd name="f63" fmla="*/ f58 f0 1"/>
                <a:gd name="f64" fmla="*/ f62 1 5270786"/>
                <a:gd name="f65" fmla="*/ f61 1 2927775"/>
                <a:gd name="f66" fmla="*/ 0 f62 1"/>
                <a:gd name="f67" fmla="*/ 0 f61 1"/>
                <a:gd name="f68" fmla="*/ 613805 f62 1"/>
                <a:gd name="f69" fmla="*/ 618487 f62 1"/>
                <a:gd name="f70" fmla="*/ 85404 f61 1"/>
                <a:gd name="f71" fmla="*/ 1054084 f62 1"/>
                <a:gd name="f72" fmla="*/ 895200 f61 1"/>
                <a:gd name="f73" fmla="*/ 1276976 f62 1"/>
                <a:gd name="f74" fmla="*/ 1191325 f61 1"/>
                <a:gd name="f75" fmla="*/ 3368450 f62 1"/>
                <a:gd name="f76" fmla="*/ 2348843 f61 1"/>
                <a:gd name="f77" fmla="*/ 4956151 f62 1"/>
                <a:gd name="f78" fmla="*/ 1636730 f61 1"/>
                <a:gd name="f79" fmla="*/ 5149372 f62 1"/>
                <a:gd name="f80" fmla="*/ 1495325 f61 1"/>
                <a:gd name="f81" fmla="*/ 5270786 f62 1"/>
                <a:gd name="f82" fmla="*/ 1406110 f61 1"/>
                <a:gd name="f83" fmla="*/ 2138641 f61 1"/>
                <a:gd name="f84" fmla="*/ 5112925 f62 1"/>
                <a:gd name="f85" fmla="*/ 2253730 f61 1"/>
                <a:gd name="f86" fmla="*/ 3368327 f62 1"/>
                <a:gd name="f87" fmla="*/ 2927775 f61 1"/>
                <a:gd name="f88" fmla="*/ 769646 f62 1"/>
                <a:gd name="f89" fmla="*/ 1516288 f61 1"/>
                <a:gd name="f90" fmla="*/ 3149 f62 1"/>
                <a:gd name="f91" fmla="*/ 85252 f61 1"/>
                <a:gd name="f92" fmla="*/ f63 1 f2"/>
                <a:gd name="f93" fmla="*/ f66 1 5270786"/>
                <a:gd name="f94" fmla="*/ f67 1 2927775"/>
                <a:gd name="f95" fmla="*/ f68 1 5270786"/>
                <a:gd name="f96" fmla="*/ f69 1 5270786"/>
                <a:gd name="f97" fmla="*/ f70 1 2927775"/>
                <a:gd name="f98" fmla="*/ f71 1 5270786"/>
                <a:gd name="f99" fmla="*/ f72 1 2927775"/>
                <a:gd name="f100" fmla="*/ f73 1 5270786"/>
                <a:gd name="f101" fmla="*/ f74 1 2927775"/>
                <a:gd name="f102" fmla="*/ f75 1 5270786"/>
                <a:gd name="f103" fmla="*/ f76 1 2927775"/>
                <a:gd name="f104" fmla="*/ f77 1 5270786"/>
                <a:gd name="f105" fmla="*/ f78 1 2927775"/>
                <a:gd name="f106" fmla="*/ f79 1 5270786"/>
                <a:gd name="f107" fmla="*/ f80 1 2927775"/>
                <a:gd name="f108" fmla="*/ f81 1 5270786"/>
                <a:gd name="f109" fmla="*/ f82 1 2927775"/>
                <a:gd name="f110" fmla="*/ f83 1 2927775"/>
                <a:gd name="f111" fmla="*/ f84 1 5270786"/>
                <a:gd name="f112" fmla="*/ f85 1 2927775"/>
                <a:gd name="f113" fmla="*/ f86 1 5270786"/>
                <a:gd name="f114" fmla="*/ f87 1 2927775"/>
                <a:gd name="f115" fmla="*/ f88 1 5270786"/>
                <a:gd name="f116" fmla="*/ f89 1 2927775"/>
                <a:gd name="f117" fmla="*/ f90 1 5270786"/>
                <a:gd name="f118" fmla="*/ f91 1 2927775"/>
                <a:gd name="f119" fmla="*/ f5 1 f64"/>
                <a:gd name="f120" fmla="*/ f6 1 f64"/>
                <a:gd name="f121" fmla="*/ f5 1 f65"/>
                <a:gd name="f122" fmla="*/ f7 1 f65"/>
                <a:gd name="f123" fmla="+- f92 0 f1"/>
                <a:gd name="f124" fmla="*/ f93 1 f64"/>
                <a:gd name="f125" fmla="*/ f94 1 f65"/>
                <a:gd name="f126" fmla="*/ f95 1 f64"/>
                <a:gd name="f127" fmla="*/ f96 1 f64"/>
                <a:gd name="f128" fmla="*/ f97 1 f65"/>
                <a:gd name="f129" fmla="*/ f98 1 f64"/>
                <a:gd name="f130" fmla="*/ f99 1 f65"/>
                <a:gd name="f131" fmla="*/ f100 1 f64"/>
                <a:gd name="f132" fmla="*/ f101 1 f65"/>
                <a:gd name="f133" fmla="*/ f102 1 f64"/>
                <a:gd name="f134" fmla="*/ f103 1 f65"/>
                <a:gd name="f135" fmla="*/ f104 1 f64"/>
                <a:gd name="f136" fmla="*/ f105 1 f65"/>
                <a:gd name="f137" fmla="*/ f106 1 f64"/>
                <a:gd name="f138" fmla="*/ f107 1 f65"/>
                <a:gd name="f139" fmla="*/ f108 1 f64"/>
                <a:gd name="f140" fmla="*/ f109 1 f65"/>
                <a:gd name="f141" fmla="*/ f110 1 f65"/>
                <a:gd name="f142" fmla="*/ f111 1 f64"/>
                <a:gd name="f143" fmla="*/ f112 1 f65"/>
                <a:gd name="f144" fmla="*/ f113 1 f64"/>
                <a:gd name="f145" fmla="*/ f114 1 f65"/>
                <a:gd name="f146" fmla="*/ f115 1 f64"/>
                <a:gd name="f147" fmla="*/ f116 1 f65"/>
                <a:gd name="f148" fmla="*/ f117 1 f64"/>
                <a:gd name="f149" fmla="*/ f118 1 f65"/>
                <a:gd name="f150" fmla="*/ f119 f59 1"/>
                <a:gd name="f151" fmla="*/ f120 f59 1"/>
                <a:gd name="f152" fmla="*/ f122 f60 1"/>
                <a:gd name="f153" fmla="*/ f121 f60 1"/>
                <a:gd name="f154" fmla="*/ f124 f59 1"/>
                <a:gd name="f155" fmla="*/ f125 f60 1"/>
                <a:gd name="f156" fmla="*/ f126 f59 1"/>
                <a:gd name="f157" fmla="*/ f127 f59 1"/>
                <a:gd name="f158" fmla="*/ f128 f60 1"/>
                <a:gd name="f159" fmla="*/ f129 f59 1"/>
                <a:gd name="f160" fmla="*/ f130 f60 1"/>
                <a:gd name="f161" fmla="*/ f131 f59 1"/>
                <a:gd name="f162" fmla="*/ f132 f60 1"/>
                <a:gd name="f163" fmla="*/ f133 f59 1"/>
                <a:gd name="f164" fmla="*/ f134 f60 1"/>
                <a:gd name="f165" fmla="*/ f135 f59 1"/>
                <a:gd name="f166" fmla="*/ f136 f60 1"/>
                <a:gd name="f167" fmla="*/ f137 f59 1"/>
                <a:gd name="f168" fmla="*/ f138 f60 1"/>
                <a:gd name="f169" fmla="*/ f139 f59 1"/>
                <a:gd name="f170" fmla="*/ f140 f60 1"/>
                <a:gd name="f171" fmla="*/ f141 f60 1"/>
                <a:gd name="f172" fmla="*/ f142 f59 1"/>
                <a:gd name="f173" fmla="*/ f143 f60 1"/>
                <a:gd name="f174" fmla="*/ f144 f59 1"/>
                <a:gd name="f175" fmla="*/ f145 f60 1"/>
                <a:gd name="f176" fmla="*/ f146 f59 1"/>
                <a:gd name="f177" fmla="*/ f147 f60 1"/>
                <a:gd name="f178" fmla="*/ f148 f59 1"/>
                <a:gd name="f179" fmla="*/ f149 f60 1"/>
              </a:gdLst>
              <a:ahLst/>
              <a:cxnLst>
                <a:cxn ang="3cd4">
                  <a:pos x="hc" y="t"/>
                </a:cxn>
                <a:cxn ang="0">
                  <a:pos x="r" y="vc"/>
                </a:cxn>
                <a:cxn ang="cd4">
                  <a:pos x="hc" y="b"/>
                </a:cxn>
                <a:cxn ang="cd2">
                  <a:pos x="l" y="vc"/>
                </a:cxn>
                <a:cxn ang="f123">
                  <a:pos x="f154" y="f155"/>
                </a:cxn>
                <a:cxn ang="f123">
                  <a:pos x="f156" y="f155"/>
                </a:cxn>
                <a:cxn ang="f123">
                  <a:pos x="f157" y="f158"/>
                </a:cxn>
                <a:cxn ang="f123">
                  <a:pos x="f159" y="f160"/>
                </a:cxn>
                <a:cxn ang="f123">
                  <a:pos x="f161" y="f162"/>
                </a:cxn>
                <a:cxn ang="f123">
                  <a:pos x="f163" y="f164"/>
                </a:cxn>
                <a:cxn ang="f123">
                  <a:pos x="f165" y="f166"/>
                </a:cxn>
                <a:cxn ang="f123">
                  <a:pos x="f167" y="f168"/>
                </a:cxn>
                <a:cxn ang="f123">
                  <a:pos x="f169" y="f170"/>
                </a:cxn>
                <a:cxn ang="f123">
                  <a:pos x="f169" y="f171"/>
                </a:cxn>
                <a:cxn ang="f123">
                  <a:pos x="f172" y="f173"/>
                </a:cxn>
                <a:cxn ang="f123">
                  <a:pos x="f174" y="f175"/>
                </a:cxn>
                <a:cxn ang="f123">
                  <a:pos x="f176" y="f177"/>
                </a:cxn>
                <a:cxn ang="f123">
                  <a:pos x="f178" y="f179"/>
                </a:cxn>
              </a:cxnLst>
              <a:rect l="f150" t="f153" r="f151" b="f15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6"/>
                  </a:cubicBezTo>
                  <a:cubicBezTo>
                    <a:pt x="f28" y="f26"/>
                    <a:pt x="f29" y="f30"/>
                    <a:pt x="f31" y="f32"/>
                  </a:cubicBezTo>
                  <a:cubicBezTo>
                    <a:pt x="f33" y="f34"/>
                    <a:pt x="f35" y="f36"/>
                    <a:pt x="f37" y="f38"/>
                  </a:cubicBezTo>
                  <a:lnTo>
                    <a:pt x="f6" y="f39"/>
                  </a:lnTo>
                  <a:lnTo>
                    <a:pt x="f6" y="f40"/>
                  </a:lnTo>
                  <a:lnTo>
                    <a:pt x="f41" y="f42"/>
                  </a:lnTo>
                  <a:cubicBezTo>
                    <a:pt x="f43" y="f44"/>
                    <a:pt x="f45" y="f7"/>
                    <a:pt x="f46" y="f7"/>
                  </a:cubicBezTo>
                  <a:cubicBezTo>
                    <a:pt x="f47" y="f7"/>
                    <a:pt x="f48" y="f49"/>
                    <a:pt x="f50" y="f51"/>
                  </a:cubicBezTo>
                  <a:cubicBezTo>
                    <a:pt x="f52" y="f53"/>
                    <a:pt x="f54" y="f55"/>
                    <a:pt x="f56" y="f57"/>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sp>
          <p:nvSpPr>
            <p:cNvPr id="14" name="Freeform: Shape 21">
              <a:extLst>
                <a:ext uri="{FF2B5EF4-FFF2-40B4-BE49-F238E27FC236}">
                  <a16:creationId xmlns:a16="http://schemas.microsoft.com/office/drawing/2014/main" id="{77A23E21-F662-BB86-1ECE-66169A08EEF7}"/>
                </a:ext>
              </a:extLst>
            </p:cNvPr>
            <p:cNvSpPr/>
            <p:nvPr/>
          </p:nvSpPr>
          <p:spPr>
            <a:xfrm rot="5399996" flipH="1">
              <a:off x="8476433" y="1061847"/>
              <a:ext cx="4777410" cy="2653716"/>
            </a:xfrm>
            <a:custGeom>
              <a:avLst/>
              <a:gdLst>
                <a:gd name="f0" fmla="val 10800000"/>
                <a:gd name="f1" fmla="val 5400000"/>
                <a:gd name="f2" fmla="val 180"/>
                <a:gd name="f3" fmla="val w"/>
                <a:gd name="f4" fmla="val h"/>
                <a:gd name="f5" fmla="val 0"/>
                <a:gd name="f6" fmla="val 5270786"/>
                <a:gd name="f7" fmla="val 2927775"/>
                <a:gd name="f8" fmla="val 736294"/>
                <a:gd name="f9" fmla="val 740298"/>
                <a:gd name="f10" fmla="val 72745"/>
                <a:gd name="f11" fmla="val 768839"/>
                <a:gd name="f12" fmla="val 319371"/>
                <a:gd name="f13" fmla="val 898885"/>
                <a:gd name="f14" fmla="val 497858"/>
                <a:gd name="f15" fmla="val 1153024"/>
                <a:gd name="f16" fmla="val 826989"/>
                <a:gd name="f17" fmla="val 1225727"/>
                <a:gd name="f18" fmla="val 921142"/>
                <a:gd name="f19" fmla="val 1300882"/>
                <a:gd name="f20" fmla="val 1018537"/>
                <a:gd name="f21" fmla="val 1378368"/>
                <a:gd name="f22" fmla="val 1126356"/>
                <a:gd name="f23" fmla="val 1652384"/>
                <a:gd name="f24" fmla="val 1507833"/>
                <a:gd name="f25" fmla="val 1933512"/>
                <a:gd name="f26" fmla="val 1779060"/>
                <a:gd name="f27" fmla="val 2238056"/>
                <a:gd name="f28" fmla="val 1955322"/>
                <a:gd name="f29" fmla="val 2560868"/>
                <a:gd name="f30" fmla="val 2142238"/>
                <a:gd name="f31" fmla="val 2930637"/>
                <a:gd name="f32" fmla="val 2233033"/>
                <a:gd name="f33" fmla="val 3368327"/>
                <a:gd name="f34" fmla="val 3616720"/>
                <a:gd name="f35" fmla="val 3847703"/>
                <a:gd name="f36" fmla="val 2176866"/>
                <a:gd name="f37" fmla="val 4095360"/>
                <a:gd name="f38" fmla="val 2056192"/>
                <a:gd name="f39" fmla="val 4349636"/>
                <a:gd name="f40" fmla="val 1932276"/>
                <a:gd name="f41" fmla="val 4601340"/>
                <a:gd name="f42" fmla="val 1751613"/>
                <a:gd name="f43" fmla="val 4880506"/>
                <a:gd name="f44" fmla="val 1545587"/>
                <a:gd name="f45" fmla="val 4945974"/>
                <a:gd name="f46" fmla="val 1497295"/>
                <a:gd name="f47" fmla="val 5011199"/>
                <a:gd name="f48" fmla="val 1449697"/>
                <a:gd name="f49" fmla="val 5074340"/>
                <a:gd name="f50" fmla="val 1403721"/>
                <a:gd name="f51" fmla="val 1259367"/>
                <a:gd name="f52" fmla="val 2138641"/>
                <a:gd name="f53" fmla="val 5112925"/>
                <a:gd name="f54" fmla="val 2253730"/>
                <a:gd name="f55" fmla="val 4598179"/>
                <a:gd name="f56" fmla="val 2621786"/>
                <a:gd name="f57" fmla="val 4074961"/>
                <a:gd name="f58" fmla="val 2170746"/>
                <a:gd name="f59" fmla="val 1393203"/>
                <a:gd name="f60" fmla="val 2384512"/>
                <a:gd name="f61" fmla="val 769646"/>
                <a:gd name="f62" fmla="val 1516288"/>
                <a:gd name="f63" fmla="val 418850"/>
                <a:gd name="f64" fmla="val 1027932"/>
                <a:gd name="f65" fmla="val 48120"/>
                <a:gd name="f66" fmla="val 683401"/>
                <a:gd name="f67" fmla="val 3149"/>
                <a:gd name="f68" fmla="val 85252"/>
                <a:gd name="f69" fmla="+- 0 0 -90"/>
                <a:gd name="f70" fmla="*/ f3 1 5270786"/>
                <a:gd name="f71" fmla="*/ f4 1 2927775"/>
                <a:gd name="f72" fmla="+- f7 0 f5"/>
                <a:gd name="f73" fmla="+- f6 0 f5"/>
                <a:gd name="f74" fmla="*/ f69 f0 1"/>
                <a:gd name="f75" fmla="*/ f73 1 5270786"/>
                <a:gd name="f76" fmla="*/ f72 1 2927775"/>
                <a:gd name="f77" fmla="*/ 0 f73 1"/>
                <a:gd name="f78" fmla="*/ 0 f72 1"/>
                <a:gd name="f79" fmla="*/ 736294 f73 1"/>
                <a:gd name="f80" fmla="*/ 740298 f73 1"/>
                <a:gd name="f81" fmla="*/ 72745 f72 1"/>
                <a:gd name="f82" fmla="*/ 1153024 f73 1"/>
                <a:gd name="f83" fmla="*/ 826989 f72 1"/>
                <a:gd name="f84" fmla="*/ 1378368 f73 1"/>
                <a:gd name="f85" fmla="*/ 1126356 f72 1"/>
                <a:gd name="f86" fmla="*/ 2238056 f73 1"/>
                <a:gd name="f87" fmla="*/ 1955322 f72 1"/>
                <a:gd name="f88" fmla="*/ 3368327 f73 1"/>
                <a:gd name="f89" fmla="*/ 2233033 f72 1"/>
                <a:gd name="f90" fmla="*/ 4095360 f73 1"/>
                <a:gd name="f91" fmla="*/ 2056192 f72 1"/>
                <a:gd name="f92" fmla="*/ 4880506 f73 1"/>
                <a:gd name="f93" fmla="*/ 1545587 f72 1"/>
                <a:gd name="f94" fmla="*/ 5074340 f73 1"/>
                <a:gd name="f95" fmla="*/ 1403721 f72 1"/>
                <a:gd name="f96" fmla="*/ 5270786 f73 1"/>
                <a:gd name="f97" fmla="*/ 1259367 f72 1"/>
                <a:gd name="f98" fmla="*/ 2138641 f72 1"/>
                <a:gd name="f99" fmla="*/ 5112925 f73 1"/>
                <a:gd name="f100" fmla="*/ 2253730 f72 1"/>
                <a:gd name="f101" fmla="*/ 2927775 f72 1"/>
                <a:gd name="f102" fmla="*/ 769646 f73 1"/>
                <a:gd name="f103" fmla="*/ 1516288 f72 1"/>
                <a:gd name="f104" fmla="*/ 3149 f73 1"/>
                <a:gd name="f105" fmla="*/ 85252 f72 1"/>
                <a:gd name="f106" fmla="*/ f74 1 f2"/>
                <a:gd name="f107" fmla="*/ f77 1 5270786"/>
                <a:gd name="f108" fmla="*/ f78 1 2927775"/>
                <a:gd name="f109" fmla="*/ f79 1 5270786"/>
                <a:gd name="f110" fmla="*/ f80 1 5270786"/>
                <a:gd name="f111" fmla="*/ f81 1 2927775"/>
                <a:gd name="f112" fmla="*/ f82 1 5270786"/>
                <a:gd name="f113" fmla="*/ f83 1 2927775"/>
                <a:gd name="f114" fmla="*/ f84 1 5270786"/>
                <a:gd name="f115" fmla="*/ f85 1 2927775"/>
                <a:gd name="f116" fmla="*/ f86 1 5270786"/>
                <a:gd name="f117" fmla="*/ f87 1 2927775"/>
                <a:gd name="f118" fmla="*/ f88 1 5270786"/>
                <a:gd name="f119" fmla="*/ f89 1 2927775"/>
                <a:gd name="f120" fmla="*/ f90 1 5270786"/>
                <a:gd name="f121" fmla="*/ f91 1 2927775"/>
                <a:gd name="f122" fmla="*/ f92 1 5270786"/>
                <a:gd name="f123" fmla="*/ f93 1 2927775"/>
                <a:gd name="f124" fmla="*/ f94 1 5270786"/>
                <a:gd name="f125" fmla="*/ f95 1 2927775"/>
                <a:gd name="f126" fmla="*/ f96 1 5270786"/>
                <a:gd name="f127" fmla="*/ f97 1 2927775"/>
                <a:gd name="f128" fmla="*/ f98 1 2927775"/>
                <a:gd name="f129" fmla="*/ f99 1 5270786"/>
                <a:gd name="f130" fmla="*/ f100 1 2927775"/>
                <a:gd name="f131" fmla="*/ f101 1 2927775"/>
                <a:gd name="f132" fmla="*/ f102 1 5270786"/>
                <a:gd name="f133" fmla="*/ f103 1 2927775"/>
                <a:gd name="f134" fmla="*/ f104 1 5270786"/>
                <a:gd name="f135" fmla="*/ f105 1 2927775"/>
                <a:gd name="f136" fmla="*/ f5 1 f75"/>
                <a:gd name="f137" fmla="*/ f6 1 f75"/>
                <a:gd name="f138" fmla="*/ f5 1 f76"/>
                <a:gd name="f139" fmla="*/ f7 1 f76"/>
                <a:gd name="f140" fmla="+- f106 0 f1"/>
                <a:gd name="f141" fmla="*/ f107 1 f75"/>
                <a:gd name="f142" fmla="*/ f108 1 f76"/>
                <a:gd name="f143" fmla="*/ f109 1 f75"/>
                <a:gd name="f144" fmla="*/ f110 1 f75"/>
                <a:gd name="f145" fmla="*/ f111 1 f76"/>
                <a:gd name="f146" fmla="*/ f112 1 f75"/>
                <a:gd name="f147" fmla="*/ f113 1 f76"/>
                <a:gd name="f148" fmla="*/ f114 1 f75"/>
                <a:gd name="f149" fmla="*/ f115 1 f76"/>
                <a:gd name="f150" fmla="*/ f116 1 f75"/>
                <a:gd name="f151" fmla="*/ f117 1 f76"/>
                <a:gd name="f152" fmla="*/ f118 1 f75"/>
                <a:gd name="f153" fmla="*/ f119 1 f76"/>
                <a:gd name="f154" fmla="*/ f120 1 f75"/>
                <a:gd name="f155" fmla="*/ f121 1 f76"/>
                <a:gd name="f156" fmla="*/ f122 1 f75"/>
                <a:gd name="f157" fmla="*/ f123 1 f76"/>
                <a:gd name="f158" fmla="*/ f124 1 f75"/>
                <a:gd name="f159" fmla="*/ f125 1 f76"/>
                <a:gd name="f160" fmla="*/ f126 1 f75"/>
                <a:gd name="f161" fmla="*/ f127 1 f76"/>
                <a:gd name="f162" fmla="*/ f128 1 f76"/>
                <a:gd name="f163" fmla="*/ f129 1 f75"/>
                <a:gd name="f164" fmla="*/ f130 1 f76"/>
                <a:gd name="f165" fmla="*/ f131 1 f76"/>
                <a:gd name="f166" fmla="*/ f132 1 f75"/>
                <a:gd name="f167" fmla="*/ f133 1 f76"/>
                <a:gd name="f168" fmla="*/ f134 1 f75"/>
                <a:gd name="f169" fmla="*/ f135 1 f76"/>
                <a:gd name="f170" fmla="*/ f136 f70 1"/>
                <a:gd name="f171" fmla="*/ f137 f70 1"/>
                <a:gd name="f172" fmla="*/ f139 f71 1"/>
                <a:gd name="f173" fmla="*/ f138 f71 1"/>
                <a:gd name="f174" fmla="*/ f141 f70 1"/>
                <a:gd name="f175" fmla="*/ f142 f71 1"/>
                <a:gd name="f176" fmla="*/ f143 f70 1"/>
                <a:gd name="f177" fmla="*/ f144 f70 1"/>
                <a:gd name="f178" fmla="*/ f145 f71 1"/>
                <a:gd name="f179" fmla="*/ f146 f70 1"/>
                <a:gd name="f180" fmla="*/ f147 f71 1"/>
                <a:gd name="f181" fmla="*/ f148 f70 1"/>
                <a:gd name="f182" fmla="*/ f149 f71 1"/>
                <a:gd name="f183" fmla="*/ f150 f70 1"/>
                <a:gd name="f184" fmla="*/ f151 f71 1"/>
                <a:gd name="f185" fmla="*/ f152 f70 1"/>
                <a:gd name="f186" fmla="*/ f153 f71 1"/>
                <a:gd name="f187" fmla="*/ f154 f70 1"/>
                <a:gd name="f188" fmla="*/ f155 f71 1"/>
                <a:gd name="f189" fmla="*/ f156 f70 1"/>
                <a:gd name="f190" fmla="*/ f157 f71 1"/>
                <a:gd name="f191" fmla="*/ f158 f70 1"/>
                <a:gd name="f192" fmla="*/ f159 f71 1"/>
                <a:gd name="f193" fmla="*/ f160 f70 1"/>
                <a:gd name="f194" fmla="*/ f161 f71 1"/>
                <a:gd name="f195" fmla="*/ f162 f71 1"/>
                <a:gd name="f196" fmla="*/ f163 f70 1"/>
                <a:gd name="f197" fmla="*/ f164 f71 1"/>
                <a:gd name="f198" fmla="*/ f165 f71 1"/>
                <a:gd name="f199" fmla="*/ f166 f70 1"/>
                <a:gd name="f200" fmla="*/ f167 f71 1"/>
                <a:gd name="f201" fmla="*/ f168 f70 1"/>
                <a:gd name="f202" fmla="*/ f169 f71 1"/>
              </a:gdLst>
              <a:ahLst/>
              <a:cxnLst>
                <a:cxn ang="3cd4">
                  <a:pos x="hc" y="t"/>
                </a:cxn>
                <a:cxn ang="0">
                  <a:pos x="r" y="vc"/>
                </a:cxn>
                <a:cxn ang="cd4">
                  <a:pos x="hc" y="b"/>
                </a:cxn>
                <a:cxn ang="cd2">
                  <a:pos x="l" y="vc"/>
                </a:cxn>
                <a:cxn ang="f140">
                  <a:pos x="f174" y="f175"/>
                </a:cxn>
                <a:cxn ang="f140">
                  <a:pos x="f176" y="f175"/>
                </a:cxn>
                <a:cxn ang="f140">
                  <a:pos x="f177" y="f178"/>
                </a:cxn>
                <a:cxn ang="f140">
                  <a:pos x="f179" y="f180"/>
                </a:cxn>
                <a:cxn ang="f140">
                  <a:pos x="f181" y="f182"/>
                </a:cxn>
                <a:cxn ang="f140">
                  <a:pos x="f183" y="f184"/>
                </a:cxn>
                <a:cxn ang="f140">
                  <a:pos x="f185" y="f186"/>
                </a:cxn>
                <a:cxn ang="f140">
                  <a:pos x="f187" y="f188"/>
                </a:cxn>
                <a:cxn ang="f140">
                  <a:pos x="f189" y="f190"/>
                </a:cxn>
                <a:cxn ang="f140">
                  <a:pos x="f191" y="f192"/>
                </a:cxn>
                <a:cxn ang="f140">
                  <a:pos x="f193" y="f194"/>
                </a:cxn>
                <a:cxn ang="f140">
                  <a:pos x="f193" y="f195"/>
                </a:cxn>
                <a:cxn ang="f140">
                  <a:pos x="f196" y="f197"/>
                </a:cxn>
                <a:cxn ang="f140">
                  <a:pos x="f185" y="f198"/>
                </a:cxn>
                <a:cxn ang="f140">
                  <a:pos x="f199" y="f200"/>
                </a:cxn>
                <a:cxn ang="f140">
                  <a:pos x="f201" y="f202"/>
                </a:cxn>
              </a:cxnLst>
              <a:rect l="f170" t="f173" r="f171" b="f172"/>
              <a:pathLst>
                <a:path w="5270786" h="2927775">
                  <a:moveTo>
                    <a:pt x="f5" y="f5"/>
                  </a:moveTo>
                  <a:lnTo>
                    <a:pt x="f8" y="f5"/>
                  </a:lnTo>
                  <a:lnTo>
                    <a:pt x="f9" y="f10"/>
                  </a:lnTo>
                  <a:cubicBezTo>
                    <a:pt x="f11" y="f12"/>
                    <a:pt x="f13" y="f14"/>
                    <a:pt x="f15" y="f16"/>
                  </a:cubicBezTo>
                  <a:cubicBezTo>
                    <a:pt x="f17" y="f18"/>
                    <a:pt x="f19" y="f20"/>
                    <a:pt x="f21" y="f22"/>
                  </a:cubicBezTo>
                  <a:cubicBezTo>
                    <a:pt x="f23" y="f24"/>
                    <a:pt x="f25" y="f26"/>
                    <a:pt x="f27" y="f28"/>
                  </a:cubicBezTo>
                  <a:cubicBezTo>
                    <a:pt x="f29" y="f30"/>
                    <a:pt x="f31" y="f32"/>
                    <a:pt x="f33" y="f32"/>
                  </a:cubicBezTo>
                  <a:cubicBezTo>
                    <a:pt x="f34" y="f32"/>
                    <a:pt x="f35" y="f36"/>
                    <a:pt x="f37" y="f38"/>
                  </a:cubicBezTo>
                  <a:cubicBezTo>
                    <a:pt x="f39" y="f40"/>
                    <a:pt x="f41" y="f42"/>
                    <a:pt x="f43" y="f44"/>
                  </a:cubicBezTo>
                  <a:cubicBezTo>
                    <a:pt x="f45" y="f46"/>
                    <a:pt x="f47" y="f48"/>
                    <a:pt x="f49" y="f50"/>
                  </a:cubicBezTo>
                  <a:lnTo>
                    <a:pt x="f6" y="f51"/>
                  </a:lnTo>
                  <a:lnTo>
                    <a:pt x="f6" y="f52"/>
                  </a:lnTo>
                  <a:lnTo>
                    <a:pt x="f53" y="f54"/>
                  </a:lnTo>
                  <a:cubicBezTo>
                    <a:pt x="f55" y="f56"/>
                    <a:pt x="f57" y="f7"/>
                    <a:pt x="f33" y="f7"/>
                  </a:cubicBezTo>
                  <a:cubicBezTo>
                    <a:pt x="f58" y="f7"/>
                    <a:pt x="f59" y="f60"/>
                    <a:pt x="f61" y="f62"/>
                  </a:cubicBezTo>
                  <a:cubicBezTo>
                    <a:pt x="f63" y="f64"/>
                    <a:pt x="f65" y="f66"/>
                    <a:pt x="f67" y="f68"/>
                  </a:cubicBezTo>
                  <a:close/>
                </a:path>
              </a:pathLst>
            </a:custGeom>
            <a:gradFill>
              <a:gsLst>
                <a:gs pos="0">
                  <a:srgbClr val="FFFFFF">
                    <a:alpha val="10000"/>
                  </a:srgbClr>
                </a:gs>
                <a:gs pos="100000">
                  <a:srgbClr val="70AD47">
                    <a:alpha val="10000"/>
                  </a:srgbClr>
                </a:gs>
              </a:gsLst>
              <a:lin ang="12000000"/>
            </a:gra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a:endParaRPr>
            </a:p>
          </p:txBody>
        </p:sp>
      </p:grpSp>
      <p:sp>
        <p:nvSpPr>
          <p:cNvPr id="15" name="Rectangle 3">
            <a:extLst>
              <a:ext uri="{FF2B5EF4-FFF2-40B4-BE49-F238E27FC236}">
                <a16:creationId xmlns:a16="http://schemas.microsoft.com/office/drawing/2014/main" id="{C5185DBD-F4DF-1CA3-E980-81F3B417B640}"/>
              </a:ext>
            </a:extLst>
          </p:cNvPr>
          <p:cNvSpPr/>
          <p:nvPr/>
        </p:nvSpPr>
        <p:spPr>
          <a:xfrm>
            <a:off x="3602671" y="1809140"/>
            <a:ext cx="4570034"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Situation/ triggering event</a:t>
            </a:r>
          </a:p>
        </p:txBody>
      </p:sp>
      <p:sp>
        <p:nvSpPr>
          <p:cNvPr id="16" name="Rectangle 4">
            <a:extLst>
              <a:ext uri="{FF2B5EF4-FFF2-40B4-BE49-F238E27FC236}">
                <a16:creationId xmlns:a16="http://schemas.microsoft.com/office/drawing/2014/main" id="{E8F4B045-0853-52DC-B50C-BEC5E1469927}"/>
              </a:ext>
            </a:extLst>
          </p:cNvPr>
          <p:cNvSpPr/>
          <p:nvPr/>
        </p:nvSpPr>
        <p:spPr>
          <a:xfrm>
            <a:off x="4779696" y="2838517"/>
            <a:ext cx="2071399"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Thoughts</a:t>
            </a:r>
          </a:p>
        </p:txBody>
      </p:sp>
      <p:sp>
        <p:nvSpPr>
          <p:cNvPr id="17" name="Rectangle 5">
            <a:extLst>
              <a:ext uri="{FF2B5EF4-FFF2-40B4-BE49-F238E27FC236}">
                <a16:creationId xmlns:a16="http://schemas.microsoft.com/office/drawing/2014/main" id="{09A75929-978B-8D0E-C22D-8DADAB681684}"/>
              </a:ext>
            </a:extLst>
          </p:cNvPr>
          <p:cNvSpPr/>
          <p:nvPr/>
        </p:nvSpPr>
        <p:spPr>
          <a:xfrm>
            <a:off x="8277770" y="3858548"/>
            <a:ext cx="1987420"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Feelings</a:t>
            </a:r>
          </a:p>
        </p:txBody>
      </p:sp>
      <p:sp>
        <p:nvSpPr>
          <p:cNvPr id="18" name="Rectangle 6">
            <a:extLst>
              <a:ext uri="{FF2B5EF4-FFF2-40B4-BE49-F238E27FC236}">
                <a16:creationId xmlns:a16="http://schemas.microsoft.com/office/drawing/2014/main" id="{45419C4F-9440-B665-2519-CBF7CD9B4C37}"/>
              </a:ext>
            </a:extLst>
          </p:cNvPr>
          <p:cNvSpPr/>
          <p:nvPr/>
        </p:nvSpPr>
        <p:spPr>
          <a:xfrm>
            <a:off x="4509107" y="5304105"/>
            <a:ext cx="2612568"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Physical sensations</a:t>
            </a:r>
          </a:p>
        </p:txBody>
      </p:sp>
      <p:sp>
        <p:nvSpPr>
          <p:cNvPr id="19" name="Rectangle 8">
            <a:extLst>
              <a:ext uri="{FF2B5EF4-FFF2-40B4-BE49-F238E27FC236}">
                <a16:creationId xmlns:a16="http://schemas.microsoft.com/office/drawing/2014/main" id="{44BDA123-ED89-155F-5F69-B0FB80C79A31}"/>
              </a:ext>
            </a:extLst>
          </p:cNvPr>
          <p:cNvSpPr/>
          <p:nvPr/>
        </p:nvSpPr>
        <p:spPr>
          <a:xfrm>
            <a:off x="1115046" y="4090623"/>
            <a:ext cx="2799179" cy="914400"/>
          </a:xfrm>
          <a:prstGeom prst="rect">
            <a:avLst/>
          </a:prstGeom>
          <a:solidFill>
            <a:srgbClr val="FFFFFF"/>
          </a:solidFill>
          <a:ln w="12701" cap="flat">
            <a:solidFill>
              <a:srgbClr val="ED7D31"/>
            </a:solidFill>
            <a:prstDash val="solid"/>
            <a:miter/>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Behaviour/ how I respond to the trigger</a:t>
            </a:r>
          </a:p>
        </p:txBody>
      </p:sp>
      <p:cxnSp>
        <p:nvCxnSpPr>
          <p:cNvPr id="20" name="Straight Arrow Connector 16">
            <a:extLst>
              <a:ext uri="{FF2B5EF4-FFF2-40B4-BE49-F238E27FC236}">
                <a16:creationId xmlns:a16="http://schemas.microsoft.com/office/drawing/2014/main" id="{BFDAC237-E3F4-95BA-9020-525207202CA8}"/>
              </a:ext>
            </a:extLst>
          </p:cNvPr>
          <p:cNvCxnSpPr/>
          <p:nvPr/>
        </p:nvCxnSpPr>
        <p:spPr>
          <a:xfrm>
            <a:off x="7133389" y="3093899"/>
            <a:ext cx="1039317" cy="659018"/>
          </a:xfrm>
          <a:prstGeom prst="straightConnector1">
            <a:avLst/>
          </a:prstGeom>
          <a:noFill/>
          <a:ln w="6345" cap="flat">
            <a:solidFill>
              <a:srgbClr val="4472C4"/>
            </a:solidFill>
            <a:prstDash val="solid"/>
            <a:miter/>
            <a:headEnd type="arrow"/>
            <a:tailEnd type="arrow"/>
          </a:ln>
        </p:spPr>
      </p:cxnSp>
      <p:cxnSp>
        <p:nvCxnSpPr>
          <p:cNvPr id="21" name="Straight Arrow Connector 23">
            <a:extLst>
              <a:ext uri="{FF2B5EF4-FFF2-40B4-BE49-F238E27FC236}">
                <a16:creationId xmlns:a16="http://schemas.microsoft.com/office/drawing/2014/main" id="{9A5672EB-4273-A8EA-79E3-C59EC2909A6C}"/>
              </a:ext>
            </a:extLst>
          </p:cNvPr>
          <p:cNvCxnSpPr/>
          <p:nvPr/>
        </p:nvCxnSpPr>
        <p:spPr>
          <a:xfrm flipH="1">
            <a:off x="7572448" y="5164842"/>
            <a:ext cx="797722" cy="596463"/>
          </a:xfrm>
          <a:prstGeom prst="straightConnector1">
            <a:avLst/>
          </a:prstGeom>
          <a:noFill/>
          <a:ln w="6345" cap="flat">
            <a:solidFill>
              <a:srgbClr val="4472C4"/>
            </a:solidFill>
            <a:prstDash val="solid"/>
            <a:miter/>
            <a:headEnd type="arrow"/>
            <a:tailEnd type="arrow"/>
          </a:ln>
        </p:spPr>
      </p:cxnSp>
      <p:cxnSp>
        <p:nvCxnSpPr>
          <p:cNvPr id="22" name="Straight Arrow Connector 25">
            <a:extLst>
              <a:ext uri="{FF2B5EF4-FFF2-40B4-BE49-F238E27FC236}">
                <a16:creationId xmlns:a16="http://schemas.microsoft.com/office/drawing/2014/main" id="{3AE7DAD7-B795-7BE8-2D41-11EFC3180F51}"/>
              </a:ext>
            </a:extLst>
          </p:cNvPr>
          <p:cNvCxnSpPr/>
          <p:nvPr/>
        </p:nvCxnSpPr>
        <p:spPr>
          <a:xfrm>
            <a:off x="3341409" y="5168463"/>
            <a:ext cx="914400" cy="914400"/>
          </a:xfrm>
          <a:prstGeom prst="straightConnector1">
            <a:avLst/>
          </a:prstGeom>
          <a:noFill/>
          <a:ln w="6345" cap="flat">
            <a:solidFill>
              <a:srgbClr val="4472C4"/>
            </a:solidFill>
            <a:prstDash val="solid"/>
            <a:miter/>
            <a:headEnd type="arrow"/>
            <a:tailEnd type="arrow"/>
          </a:ln>
        </p:spPr>
      </p:cxnSp>
      <p:cxnSp>
        <p:nvCxnSpPr>
          <p:cNvPr id="23" name="Straight Arrow Connector 27">
            <a:extLst>
              <a:ext uri="{FF2B5EF4-FFF2-40B4-BE49-F238E27FC236}">
                <a16:creationId xmlns:a16="http://schemas.microsoft.com/office/drawing/2014/main" id="{5656BA26-350D-79BC-B9B6-A4425A71E887}"/>
              </a:ext>
            </a:extLst>
          </p:cNvPr>
          <p:cNvCxnSpPr/>
          <p:nvPr/>
        </p:nvCxnSpPr>
        <p:spPr>
          <a:xfrm flipV="1">
            <a:off x="3331031" y="3192828"/>
            <a:ext cx="1115440" cy="661038"/>
          </a:xfrm>
          <a:prstGeom prst="straightConnector1">
            <a:avLst/>
          </a:prstGeom>
          <a:noFill/>
          <a:ln w="6345" cap="flat">
            <a:solidFill>
              <a:srgbClr val="4472C4"/>
            </a:solidFill>
            <a:prstDash val="solid"/>
            <a:miter/>
            <a:headEnd type="arrow"/>
            <a:tailEnd type="arrow"/>
          </a:ln>
        </p:spPr>
      </p:cxnSp>
      <p:cxnSp>
        <p:nvCxnSpPr>
          <p:cNvPr id="24" name="Straight Arrow Connector 35">
            <a:extLst>
              <a:ext uri="{FF2B5EF4-FFF2-40B4-BE49-F238E27FC236}">
                <a16:creationId xmlns:a16="http://schemas.microsoft.com/office/drawing/2014/main" id="{0797D29C-66F0-3B18-196D-FB3272145BE6}"/>
              </a:ext>
            </a:extLst>
          </p:cNvPr>
          <p:cNvCxnSpPr/>
          <p:nvPr/>
        </p:nvCxnSpPr>
        <p:spPr>
          <a:xfrm>
            <a:off x="4724247" y="4547823"/>
            <a:ext cx="2121774" cy="0"/>
          </a:xfrm>
          <a:prstGeom prst="straightConnector1">
            <a:avLst/>
          </a:prstGeom>
          <a:noFill/>
          <a:ln w="6345" cap="flat">
            <a:solidFill>
              <a:srgbClr val="4472C4"/>
            </a:solidFill>
            <a:prstDash val="solid"/>
            <a:miter/>
            <a:headEnd type="arrow"/>
            <a:tailEnd type="arrow"/>
          </a:ln>
        </p:spPr>
      </p:cxnSp>
      <p:cxnSp>
        <p:nvCxnSpPr>
          <p:cNvPr id="25" name="Straight Arrow Connector 39">
            <a:extLst>
              <a:ext uri="{FF2B5EF4-FFF2-40B4-BE49-F238E27FC236}">
                <a16:creationId xmlns:a16="http://schemas.microsoft.com/office/drawing/2014/main" id="{8827A58F-1BB8-455C-CA26-581AB2938574}"/>
              </a:ext>
            </a:extLst>
          </p:cNvPr>
          <p:cNvCxnSpPr/>
          <p:nvPr/>
        </p:nvCxnSpPr>
        <p:spPr>
          <a:xfrm>
            <a:off x="5815391" y="4090623"/>
            <a:ext cx="0" cy="914400"/>
          </a:xfrm>
          <a:prstGeom prst="straightConnector1">
            <a:avLst/>
          </a:prstGeom>
          <a:noFill/>
          <a:ln w="6345" cap="flat">
            <a:solidFill>
              <a:srgbClr val="4472C4"/>
            </a:solidFill>
            <a:prstDash val="solid"/>
            <a:miter/>
            <a:headEnd type="arrow"/>
            <a:tailEnd type="arrow"/>
          </a:ln>
        </p:spPr>
      </p:cxnSp>
    </p:spTree>
    <p:extLst>
      <p:ext uri="{BB962C8B-B14F-4D97-AF65-F5344CB8AC3E}">
        <p14:creationId xmlns:p14="http://schemas.microsoft.com/office/powerpoint/2010/main" val="4059312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A7D0-4953-F3FE-8AB0-EBA2B4696482}"/>
              </a:ext>
            </a:extLst>
          </p:cNvPr>
          <p:cNvSpPr txBox="1">
            <a:spLocks noGrp="1"/>
          </p:cNvSpPr>
          <p:nvPr>
            <p:ph type="title"/>
          </p:nvPr>
        </p:nvSpPr>
        <p:spPr/>
        <p:txBody>
          <a:bodyPr/>
          <a:lstStyle/>
          <a:p>
            <a:pPr lvl="0"/>
            <a:r>
              <a:rPr lang="en-GB"/>
              <a:t>Thinking traps</a:t>
            </a:r>
          </a:p>
        </p:txBody>
      </p:sp>
      <p:sp>
        <p:nvSpPr>
          <p:cNvPr id="3" name="Content Placeholder 2">
            <a:extLst>
              <a:ext uri="{FF2B5EF4-FFF2-40B4-BE49-F238E27FC236}">
                <a16:creationId xmlns:a16="http://schemas.microsoft.com/office/drawing/2014/main" id="{19F38CC9-78D8-F1A3-C2BE-323E6FA482E5}"/>
              </a:ext>
            </a:extLst>
          </p:cNvPr>
          <p:cNvSpPr txBox="1">
            <a:spLocks noGrp="1"/>
          </p:cNvSpPr>
          <p:nvPr>
            <p:ph idx="1"/>
          </p:nvPr>
        </p:nvSpPr>
        <p:spPr>
          <a:xfrm>
            <a:off x="420624" y="1347020"/>
            <a:ext cx="5181603" cy="4837468"/>
          </a:xfrm>
        </p:spPr>
        <p:txBody>
          <a:bodyPr>
            <a:normAutofit fontScale="77500" lnSpcReduction="20000"/>
          </a:bodyPr>
          <a:lstStyle/>
          <a:p>
            <a:pPr lvl="0"/>
            <a:r>
              <a:rPr lang="en-GB"/>
              <a:t>Our minds are constantly appraising the world around us. </a:t>
            </a:r>
          </a:p>
          <a:p>
            <a:pPr lvl="0"/>
            <a:r>
              <a:rPr lang="en-GB"/>
              <a:t>There is always some difference between what’s going on in the world around us and how we perceive that world. </a:t>
            </a:r>
          </a:p>
          <a:p>
            <a:pPr lvl="0"/>
            <a:r>
              <a:rPr lang="en-GB"/>
              <a:t>The mind inevitably constructs its appraisals with limited information. We develop shortcuts to make sense of things.</a:t>
            </a:r>
          </a:p>
          <a:p>
            <a:pPr lvl="0"/>
            <a:r>
              <a:rPr lang="en-GB"/>
              <a:t>These imperfect appraisals get woven into a greater narrative about ourselves, other people, and the world. </a:t>
            </a:r>
          </a:p>
          <a:p>
            <a:pPr lvl="0"/>
            <a:r>
              <a:rPr lang="en-GB"/>
              <a:t>Example: we see a friend in the street, we wave and shout hello. They ignore us. What do we think is happening? </a:t>
            </a:r>
          </a:p>
        </p:txBody>
      </p:sp>
      <p:pic>
        <p:nvPicPr>
          <p:cNvPr id="4" name="Content Placeholder 6">
            <a:extLst>
              <a:ext uri="{FF2B5EF4-FFF2-40B4-BE49-F238E27FC236}">
                <a16:creationId xmlns:a16="http://schemas.microsoft.com/office/drawing/2014/main" id="{16AB90A1-FD0C-9A61-5290-FC3AFDBB8AAB}"/>
              </a:ext>
            </a:extLst>
          </p:cNvPr>
          <p:cNvPicPr>
            <a:picLocks noGrp="1" noChangeAspect="1"/>
          </p:cNvPicPr>
          <p:nvPr>
            <p:ph idx="2"/>
          </p:nvPr>
        </p:nvPicPr>
        <p:blipFill>
          <a:blip r:embed="rId2"/>
          <a:stretch>
            <a:fillRect/>
          </a:stretch>
        </p:blipFill>
        <p:spPr>
          <a:xfrm>
            <a:off x="6096003" y="1347020"/>
            <a:ext cx="4840220" cy="4837468"/>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E102-0722-F9D6-C187-3F6AF8263C30}"/>
              </a:ext>
            </a:extLst>
          </p:cNvPr>
          <p:cNvSpPr>
            <a:spLocks noGrp="1"/>
          </p:cNvSpPr>
          <p:nvPr>
            <p:ph type="title"/>
          </p:nvPr>
        </p:nvSpPr>
        <p:spPr/>
        <p:txBody>
          <a:bodyPr/>
          <a:lstStyle/>
          <a:p>
            <a:r>
              <a:rPr lang="en-US" dirty="0"/>
              <a:t>Home task</a:t>
            </a:r>
            <a:endParaRPr lang="en-GB" dirty="0"/>
          </a:p>
        </p:txBody>
      </p:sp>
      <p:sp>
        <p:nvSpPr>
          <p:cNvPr id="3" name="Content Placeholder 2">
            <a:extLst>
              <a:ext uri="{FF2B5EF4-FFF2-40B4-BE49-F238E27FC236}">
                <a16:creationId xmlns:a16="http://schemas.microsoft.com/office/drawing/2014/main" id="{9D36A8CD-F99C-B8C3-C475-A1917499B70A}"/>
              </a:ext>
            </a:extLst>
          </p:cNvPr>
          <p:cNvSpPr>
            <a:spLocks noGrp="1"/>
          </p:cNvSpPr>
          <p:nvPr>
            <p:ph idx="1"/>
          </p:nvPr>
        </p:nvSpPr>
        <p:spPr/>
        <p:txBody>
          <a:bodyPr>
            <a:normAutofit/>
          </a:bodyPr>
          <a:lstStyle/>
          <a:p>
            <a:r>
              <a:rPr lang="en-US" dirty="0"/>
              <a:t>Complete goal 2 make it SMART</a:t>
            </a:r>
          </a:p>
          <a:p>
            <a:r>
              <a:rPr lang="en-US" dirty="0"/>
              <a:t>Write down your negative thoughts</a:t>
            </a:r>
          </a:p>
          <a:p>
            <a:r>
              <a:rPr lang="en-US" dirty="0"/>
              <a:t>Try to use the resource bowl</a:t>
            </a:r>
            <a:r>
              <a:rPr lang="en-GB" dirty="0"/>
              <a:t> improve self awareness</a:t>
            </a:r>
          </a:p>
          <a:p>
            <a:r>
              <a:rPr lang="en-GB" dirty="0"/>
              <a:t>Look at handout on thing errors</a:t>
            </a:r>
            <a:endParaRPr lang="en-US" dirty="0"/>
          </a:p>
        </p:txBody>
      </p:sp>
    </p:spTree>
    <p:extLst>
      <p:ext uri="{BB962C8B-B14F-4D97-AF65-F5344CB8AC3E}">
        <p14:creationId xmlns:p14="http://schemas.microsoft.com/office/powerpoint/2010/main" val="1580910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998</Words>
  <Application>Microsoft Office PowerPoint</Application>
  <PresentationFormat>Widescreen</PresentationFormat>
  <Paragraphs>137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Helvetica Neue Medium</vt:lpstr>
      <vt:lpstr>Univers</vt:lpstr>
      <vt:lpstr>Office Theme</vt:lpstr>
      <vt:lpstr>Information from sessions</vt:lpstr>
      <vt:lpstr>Your hot cross bun   </vt:lpstr>
      <vt:lpstr>Your hot cross bun   </vt:lpstr>
      <vt:lpstr>Thinking traps</vt:lpstr>
      <vt:lpstr>Setting your SMART Goals</vt:lpstr>
      <vt:lpstr>Setting your SMART Goals</vt:lpstr>
      <vt:lpstr>Get your daily D.O.S.E.</vt:lpstr>
      <vt:lpstr>  Resource bowl</vt:lpstr>
      <vt:lpstr>Stress Bucket</vt:lpstr>
      <vt:lpstr>Automatic thoughts</vt:lpstr>
      <vt:lpstr>Videos for thoughts</vt:lpstr>
      <vt:lpstr>Negative automatic thoughts-NAT’s</vt:lpstr>
      <vt:lpstr>What are you most common NATs?</vt:lpstr>
      <vt:lpstr>Unhelpful thoughts</vt:lpstr>
      <vt:lpstr>Unhelpful thinking</vt:lpstr>
      <vt:lpstr>Thoughts, rules and core beliefs</vt:lpstr>
      <vt:lpstr>Your hot cross bun   </vt:lpstr>
      <vt:lpstr>Thinking traps</vt:lpstr>
      <vt:lpstr>Home 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Garcia</dc:creator>
  <cp:lastModifiedBy>Ana Garcia</cp:lastModifiedBy>
  <cp:revision>1</cp:revision>
  <dcterms:created xsi:type="dcterms:W3CDTF">2025-03-03T19:39:11Z</dcterms:created>
  <dcterms:modified xsi:type="dcterms:W3CDTF">2025-03-03T19:42:01Z</dcterms:modified>
</cp:coreProperties>
</file>